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slideLayouts/slideLayout33.xml" ContentType="application/vnd.openxmlformats-officedocument.presentationml.slideLayout+xml"/>
  <Override PartName="/ppt/theme/theme33.xml" ContentType="application/vnd.openxmlformats-officedocument.theme+xml"/>
  <Override PartName="/ppt/slideLayouts/slideLayout34.xml" ContentType="application/vnd.openxmlformats-officedocument.presentationml.slideLayout+xml"/>
  <Override PartName="/ppt/theme/theme34.xml" ContentType="application/vnd.openxmlformats-officedocument.theme+xml"/>
  <Override PartName="/ppt/slideLayouts/slideLayout35.xml" ContentType="application/vnd.openxmlformats-officedocument.presentationml.slideLayout+xml"/>
  <Override PartName="/ppt/theme/theme35.xml" ContentType="application/vnd.openxmlformats-officedocument.theme+xml"/>
  <Override PartName="/ppt/slideLayouts/slideLayout36.xml" ContentType="application/vnd.openxmlformats-officedocument.presentationml.slideLayout+xml"/>
  <Override PartName="/ppt/theme/theme3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7.xml" ContentType="application/vnd.openxmlformats-officedocument.theme+xml"/>
  <Override PartName="/ppt/slideLayouts/slideLayout45.xml" ContentType="application/vnd.openxmlformats-officedocument.presentationml.slideLayout+xml"/>
  <Override PartName="/ppt/theme/theme38.xml" ContentType="application/vnd.openxmlformats-officedocument.theme+xml"/>
  <Override PartName="/ppt/slideLayouts/slideLayout46.xml" ContentType="application/vnd.openxmlformats-officedocument.presentationml.slideLayout+xml"/>
  <Override PartName="/ppt/theme/theme39.xml" ContentType="application/vnd.openxmlformats-officedocument.theme+xml"/>
  <Override PartName="/ppt/slideLayouts/slideLayout47.xml" ContentType="application/vnd.openxmlformats-officedocument.presentationml.slideLayout+xml"/>
  <Override PartName="/ppt/theme/theme40.xml" ContentType="application/vnd.openxmlformats-officedocument.theme+xml"/>
  <Override PartName="/ppt/slideLayouts/slideLayout48.xml" ContentType="application/vnd.openxmlformats-officedocument.presentationml.slideLayout+xml"/>
  <Override PartName="/ppt/theme/theme41.xml" ContentType="application/vnd.openxmlformats-officedocument.theme+xml"/>
  <Override PartName="/ppt/slideLayouts/slideLayout49.xml" ContentType="application/vnd.openxmlformats-officedocument.presentationml.slideLayout+xml"/>
  <Override PartName="/ppt/theme/theme42.xml" ContentType="application/vnd.openxmlformats-officedocument.theme+xml"/>
  <Override PartName="/ppt/slideLayouts/slideLayout50.xml" ContentType="application/vnd.openxmlformats-officedocument.presentationml.slideLayout+xml"/>
  <Override PartName="/ppt/theme/theme43.xml" ContentType="application/vnd.openxmlformats-officedocument.theme+xml"/>
  <Override PartName="/ppt/slideLayouts/slideLayout51.xml" ContentType="application/vnd.openxmlformats-officedocument.presentationml.slideLayout+xml"/>
  <Override PartName="/ppt/theme/theme44.xml" ContentType="application/vnd.openxmlformats-officedocument.theme+xml"/>
  <Override PartName="/ppt/theme/theme4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2" r:id="rId33"/>
    <p:sldMasterId id="2147483714" r:id="rId34"/>
    <p:sldMasterId id="2147483716" r:id="rId35"/>
    <p:sldMasterId id="2147483718" r:id="rId36"/>
    <p:sldMasterId id="2147483720" r:id="rId37"/>
    <p:sldMasterId id="2147483729" r:id="rId38"/>
    <p:sldMasterId id="2147483731" r:id="rId39"/>
    <p:sldMasterId id="2147483733" r:id="rId40"/>
    <p:sldMasterId id="2147483735" r:id="rId41"/>
    <p:sldMasterId id="2147483737" r:id="rId42"/>
    <p:sldMasterId id="2147483739" r:id="rId43"/>
    <p:sldMasterId id="2147483741" r:id="rId44"/>
  </p:sldMasterIdLst>
  <p:notesMasterIdLst>
    <p:notesMasterId r:id="rId58"/>
  </p:notesMasterIdLst>
  <p:sldIdLst>
    <p:sldId id="256" r:id="rId45"/>
    <p:sldId id="257" r:id="rId46"/>
    <p:sldId id="258" r:id="rId47"/>
    <p:sldId id="259" r:id="rId48"/>
    <p:sldId id="260" r:id="rId49"/>
    <p:sldId id="261" r:id="rId50"/>
    <p:sldId id="266" r:id="rId51"/>
    <p:sldId id="262" r:id="rId52"/>
    <p:sldId id="268" r:id="rId53"/>
    <p:sldId id="263" r:id="rId54"/>
    <p:sldId id="265" r:id="rId55"/>
    <p:sldId id="267" r:id="rId56"/>
    <p:sldId id="264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17"/>
    <a:srgbClr val="99FF99"/>
    <a:srgbClr val="CC99FF"/>
    <a:srgbClr val="FFFF99"/>
    <a:srgbClr val="DDDDDD"/>
    <a:srgbClr val="CCFFFF"/>
    <a:srgbClr val="FFFF66"/>
    <a:srgbClr val="93CE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Master" Target="slideMasters/slideMaster39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Master" Target="slideMasters/slideMaster42.xml"/><Relationship Id="rId47" Type="http://schemas.openxmlformats.org/officeDocument/2006/relationships/slide" Target="slides/slide3.xml"/><Relationship Id="rId50" Type="http://schemas.openxmlformats.org/officeDocument/2006/relationships/slide" Target="slides/slide6.xml"/><Relationship Id="rId55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40" Type="http://schemas.openxmlformats.org/officeDocument/2006/relationships/slideMaster" Target="slideMasters/slideMaster40.xml"/><Relationship Id="rId45" Type="http://schemas.openxmlformats.org/officeDocument/2006/relationships/slide" Target="slides/slide1.xml"/><Relationship Id="rId53" Type="http://schemas.openxmlformats.org/officeDocument/2006/relationships/slide" Target="slides/slide9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Master" Target="slideMasters/slideMaster43.xml"/><Relationship Id="rId48" Type="http://schemas.openxmlformats.org/officeDocument/2006/relationships/slide" Target="slides/slide4.xml"/><Relationship Id="rId56" Type="http://schemas.openxmlformats.org/officeDocument/2006/relationships/slide" Target="slides/slide12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" Target="slides/slide2.xml"/><Relationship Id="rId59" Type="http://schemas.openxmlformats.org/officeDocument/2006/relationships/presProps" Target="presProps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" Target="slides/slide10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5.xml"/><Relationship Id="rId57" Type="http://schemas.openxmlformats.org/officeDocument/2006/relationships/slide" Target="slides/slide13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" Target="slides/slide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GB" sz="1600" b="0" u="none" strike="noStrike">
                <a:solidFill>
                  <a:schemeClr val="lt1"/>
                </a:solidFill>
                <a:uFillTx/>
                <a:latin typeface="Arial"/>
              </a:rPr>
              <a:t>Click to move the slide</a:t>
            </a:r>
          </a:p>
        </p:txBody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</a:p>
        </p:txBody>
      </p:sp>
      <p:sp>
        <p:nvSpPr>
          <p:cNvPr id="418" name="PlaceHolder 4"/>
          <p:cNvSpPr>
            <a:spLocks noGrp="1"/>
          </p:cNvSpPr>
          <p:nvPr>
            <p:ph type="dt" idx="13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419" name="PlaceHolder 5"/>
          <p:cNvSpPr>
            <a:spLocks noGrp="1"/>
          </p:cNvSpPr>
          <p:nvPr>
            <p:ph type="ftr" idx="13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420" name="PlaceHolder 6"/>
          <p:cNvSpPr>
            <a:spLocks noGrp="1"/>
          </p:cNvSpPr>
          <p:nvPr>
            <p:ph type="sldNum" idx="13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280576A-C35F-4ED3-B13B-E22771BF89F5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30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53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u="none" strike="noStrike">
                <a:solidFill>
                  <a:srgbClr val="000000"/>
                </a:solidFill>
                <a:uFillTx/>
                <a:latin typeface="Arial"/>
                <a:ea typeface="+mn-ea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8C39531-A500-42B5-9FA5-09190D8BB82D}" type="slidenum">
              <a:rPr lang="en-IN" sz="1200" b="0" u="none" strike="noStrike">
                <a:solidFill>
                  <a:srgbClr val="000000"/>
                </a:solidFill>
                <a:uFillTx/>
                <a:latin typeface="Arial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Num" idx="154"/>
          </p:nvPr>
        </p:nvSpPr>
        <p:spPr>
          <a:xfrm>
            <a:off x="3884760" y="8685360"/>
            <a:ext cx="297000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u="none" strike="noStrike">
                <a:solidFill>
                  <a:srgbClr val="000000"/>
                </a:solidFill>
                <a:uFillTx/>
                <a:latin typeface="Arial"/>
                <a:ea typeface="+mn-ea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3301278-D0C3-489C-A001-519D12CCD32F}" type="slidenum">
              <a:rPr lang="en-IN" sz="1200" b="0" u="none" strike="noStrike">
                <a:solidFill>
                  <a:srgbClr val="000000"/>
                </a:solidFill>
                <a:uFillTx/>
                <a:latin typeface="Arial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2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180530-E2D2-4E9C-8B80-391ACB76E5C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2C06122-70F5-42EC-919E-276FC2D505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BD3A772-39A9-43B5-82BA-99415195289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478964-5457-43C7-B17D-40B68659EC3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CCCBB5E9-1427-4DDE-85C7-CDF9C8728FD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400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0AEBC0AF-6EA4-43B7-9C7B-3FEC8C39DCF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AE90F1E7-33BB-4CCF-9ADA-DB37FB16C65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5A080B57-8E24-4C5D-B265-51CE92E1BC7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FE929A88-8B1B-4BBE-BBF1-4D2440E613D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FBD5777-3132-435F-9CC4-849CDA40003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3CCF2E6E-DCD6-4992-8A43-541E962BAF7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5C67D490-4FAC-4077-8904-2885CB770D6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lstStyle/>
          <a:p>
            <a:fld id="{74C025EF-E111-463E-B794-F7EF1E57445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3ED0570E-8DDF-425F-BEEF-2FDE0843E7F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59E819E6-7A4B-483C-98A9-ED5AC8AFB9F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CA9BBF1A-E4A0-46A3-9255-CE28E37D565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46400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1"/>
          </p:nvPr>
        </p:nvSpPr>
        <p:spPr/>
        <p:txBody>
          <a:bodyPr/>
          <a:lstStyle/>
          <a:p>
            <a:fld id="{A8A801B8-9AB9-4228-A8BF-E4CFD859482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4"/>
          </p:nvPr>
        </p:nvSpPr>
        <p:spPr/>
        <p:txBody>
          <a:bodyPr/>
          <a:lstStyle/>
          <a:p>
            <a:fld id="{CB12228E-E990-43B4-BD24-C365B1371E3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7"/>
          </p:nvPr>
        </p:nvSpPr>
        <p:spPr/>
        <p:txBody>
          <a:bodyPr/>
          <a:lstStyle/>
          <a:p>
            <a:fld id="{43BC7C0B-99EF-4A55-A992-DB6D68428C3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5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0"/>
          </p:nvPr>
        </p:nvSpPr>
        <p:spPr/>
        <p:txBody>
          <a:bodyPr/>
          <a:lstStyle/>
          <a:p>
            <a:fld id="{80E1B0E8-0B56-41EF-A5BF-28D4828D71B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3"/>
          </p:nvPr>
        </p:nvSpPr>
        <p:spPr/>
        <p:txBody>
          <a:bodyPr/>
          <a:lstStyle/>
          <a:p>
            <a:fld id="{1CF9ED74-A77A-4CC8-BC9C-6E2A31DB0A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6"/>
          </p:nvPr>
        </p:nvSpPr>
        <p:spPr/>
        <p:txBody>
          <a:bodyPr/>
          <a:lstStyle/>
          <a:p>
            <a:fld id="{CF2D8727-5680-4D40-902A-27B97A9DC79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9"/>
          </p:nvPr>
        </p:nvSpPr>
        <p:spPr/>
        <p:txBody>
          <a:bodyPr/>
          <a:lstStyle/>
          <a:p>
            <a:fld id="{D57C297B-A437-4C0E-9A28-8BE8D7302E8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2"/>
          </p:nvPr>
        </p:nvSpPr>
        <p:spPr/>
        <p:txBody>
          <a:bodyPr/>
          <a:lstStyle/>
          <a:p>
            <a:fld id="{A117DF54-3F3D-4B7E-9614-E2F8F2AAEDE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5"/>
          </p:nvPr>
        </p:nvSpPr>
        <p:spPr/>
        <p:txBody>
          <a:bodyPr/>
          <a:lstStyle/>
          <a:p>
            <a:fld id="{F34818EA-0578-4D26-8A16-11201D72E72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8"/>
          </p:nvPr>
        </p:nvSpPr>
        <p:spPr/>
        <p:txBody>
          <a:bodyPr/>
          <a:lstStyle/>
          <a:p>
            <a:fld id="{A723EDF9-C798-4025-82A9-01B3992C378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1"/>
          </p:nvPr>
        </p:nvSpPr>
        <p:spPr/>
        <p:txBody>
          <a:bodyPr/>
          <a:lstStyle/>
          <a:p>
            <a:fld id="{D988AB0D-FFA3-4EBF-8123-8AC39EEAE77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46400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4"/>
          </p:nvPr>
        </p:nvSpPr>
        <p:spPr/>
        <p:txBody>
          <a:bodyPr/>
          <a:lstStyle/>
          <a:p>
            <a:fld id="{4A0CB9E4-1FD2-4908-ABA8-93903D652A4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8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7"/>
          </p:nvPr>
        </p:nvSpPr>
        <p:spPr/>
        <p:txBody>
          <a:bodyPr/>
          <a:lstStyle/>
          <a:p>
            <a:fld id="{6FD4035E-BFDC-497D-A583-60B67E1323A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0"/>
          </p:nvPr>
        </p:nvSpPr>
        <p:spPr/>
        <p:txBody>
          <a:bodyPr/>
          <a:lstStyle/>
          <a:p>
            <a:fld id="{16F32CF7-B9C1-4478-B8FB-1859F08DAFF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8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3"/>
          </p:nvPr>
        </p:nvSpPr>
        <p:spPr/>
        <p:txBody>
          <a:bodyPr/>
          <a:lstStyle/>
          <a:p>
            <a:fld id="{01F8BC4A-34C0-4F17-8BCD-D6043229124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6"/>
          </p:nvPr>
        </p:nvSpPr>
        <p:spPr/>
        <p:txBody>
          <a:bodyPr/>
          <a:lstStyle/>
          <a:p>
            <a:fld id="{E64479C8-511D-4C2D-A02F-EBC4077DC0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9"/>
          </p:nvPr>
        </p:nvSpPr>
        <p:spPr/>
        <p:txBody>
          <a:bodyPr/>
          <a:lstStyle/>
          <a:p>
            <a:fld id="{50E817A5-9A43-4569-B0FF-EA4915B6C5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subTitle"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2"/>
          </p:nvPr>
        </p:nvSpPr>
        <p:spPr/>
        <p:txBody>
          <a:bodyPr/>
          <a:lstStyle/>
          <a:p>
            <a:fld id="{20DB208B-1923-4809-BA22-420941BE937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5"/>
          </p:nvPr>
        </p:nvSpPr>
        <p:spPr/>
        <p:txBody>
          <a:bodyPr/>
          <a:lstStyle/>
          <a:p>
            <a:fld id="{06A2BFA6-4867-41E4-99B5-D6575E83244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8"/>
          </p:nvPr>
        </p:nvSpPr>
        <p:spPr/>
        <p:txBody>
          <a:bodyPr/>
          <a:lstStyle/>
          <a:p>
            <a:fld id="{8008868E-2FD2-4D95-BE58-CAF4C92C9AD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1"/>
          </p:nvPr>
        </p:nvSpPr>
        <p:spPr/>
        <p:txBody>
          <a:bodyPr/>
          <a:lstStyle/>
          <a:p>
            <a:fld id="{1AF3C1AC-63A8-4CE5-9062-37D2AAE5DFA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/>
          </p:nvPr>
        </p:nvSpPr>
        <p:spPr>
          <a:xfrm>
            <a:off x="46400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1"/>
          </p:nvPr>
        </p:nvSpPr>
        <p:spPr/>
        <p:txBody>
          <a:bodyPr/>
          <a:lstStyle/>
          <a:p>
            <a:fld id="{B4D6AEF5-CE6F-4699-BC67-03F755C83B4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1"/>
          </p:nvPr>
        </p:nvSpPr>
        <p:spPr/>
        <p:txBody>
          <a:bodyPr/>
          <a:lstStyle/>
          <a:p>
            <a:fld id="{D9BBD38B-451A-40FC-8B7B-F891FD9C3C7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1"/>
          </p:nvPr>
        </p:nvSpPr>
        <p:spPr/>
        <p:txBody>
          <a:bodyPr/>
          <a:lstStyle/>
          <a:p>
            <a:fld id="{4C3B30C3-4D06-4AD4-BE1D-11C1DF72CAB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1"/>
          </p:nvPr>
        </p:nvSpPr>
        <p:spPr/>
        <p:txBody>
          <a:bodyPr/>
          <a:lstStyle/>
          <a:p>
            <a:fld id="{907580B4-BAE6-4790-9A8F-F7DD94456D7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1"/>
          </p:nvPr>
        </p:nvSpPr>
        <p:spPr/>
        <p:txBody>
          <a:bodyPr/>
          <a:lstStyle/>
          <a:p>
            <a:fld id="{F2F033EA-CFDA-4964-8858-12B5C1CF820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subTitle"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1"/>
          </p:nvPr>
        </p:nvSpPr>
        <p:spPr/>
        <p:txBody>
          <a:bodyPr/>
          <a:lstStyle/>
          <a:p>
            <a:fld id="{FA711A79-9BE0-4846-8535-DC00175F413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1"/>
          </p:nvPr>
        </p:nvSpPr>
        <p:spPr/>
        <p:txBody>
          <a:bodyPr/>
          <a:lstStyle/>
          <a:p>
            <a:fld id="{9B913083-F871-49C8-8250-365056BE0AC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4"/>
          </p:nvPr>
        </p:nvSpPr>
        <p:spPr/>
        <p:txBody>
          <a:bodyPr/>
          <a:lstStyle/>
          <a:p>
            <a:fld id="{F9D149CE-7627-4FA2-B0FE-1D8CE3B584F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5072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/>
          </p:nvPr>
        </p:nvSpPr>
        <p:spPr>
          <a:xfrm>
            <a:off x="4640040" y="1993320"/>
            <a:ext cx="3935520" cy="3765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85000"/>
              </a:lnSpc>
              <a:spcBef>
                <a:spcPts val="1417"/>
              </a:spcBef>
              <a:buNone/>
            </a:pP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7"/>
          </p:nvPr>
        </p:nvSpPr>
        <p:spPr/>
        <p:txBody>
          <a:bodyPr/>
          <a:lstStyle/>
          <a:p>
            <a:fld id="{EC8C61A1-A60D-4264-BEC2-72B91D5FF69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0"/>
          </p:nvPr>
        </p:nvSpPr>
        <p:spPr/>
        <p:txBody>
          <a:bodyPr/>
          <a:lstStyle/>
          <a:p>
            <a:fld id="{5314CDA9-EC3D-4719-BCC4-39F25C761A0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GB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3"/>
          </p:nvPr>
        </p:nvSpPr>
        <p:spPr/>
        <p:txBody>
          <a:bodyPr/>
          <a:lstStyle/>
          <a:p>
            <a:fld id="{E1717CBC-9168-4A4A-972D-B19DC29ED7C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6"/>
          </p:nvPr>
        </p:nvSpPr>
        <p:spPr/>
        <p:txBody>
          <a:bodyPr/>
          <a:lstStyle/>
          <a:p>
            <a:fld id="{7CDFCE33-32BA-47D9-ABDE-442729E1F92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9"/>
          </p:nvPr>
        </p:nvSpPr>
        <p:spPr/>
        <p:txBody>
          <a:bodyPr/>
          <a:lstStyle/>
          <a:p>
            <a:fld id="{4B46611A-22F5-4102-B5BC-49EB97A333E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2"/>
          </p:nvPr>
        </p:nvSpPr>
        <p:spPr/>
        <p:txBody>
          <a:bodyPr/>
          <a:lstStyle/>
          <a:p>
            <a:fld id="{200EA1F5-98A6-4B43-B489-4BFBD4460E6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6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9" Type="http://schemas.openxmlformats.org/officeDocument/2006/relationships/theme" Target="../theme/theme37.xml"/></Relationships>
</file>

<file path=ppt/slideMasters/_rels/slideMaster38.xml.rels><?xml version="1.0" encoding="UTF-8" standalone="yes"?>
<Relationships xmlns="http://schemas.openxmlformats.org/package/2006/relationships"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45.xml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46.xml"/></Relationships>
</file>

<file path=ppt/slideMasters/_rels/slideMaster40.xml.rels><?xml version="1.0" encoding="UTF-8" standalone="yes"?>
<Relationships xmlns="http://schemas.openxmlformats.org/package/2006/relationships"><Relationship Id="rId2" Type="http://schemas.openxmlformats.org/officeDocument/2006/relationships/theme" Target="../theme/theme40.xml"/><Relationship Id="rId1" Type="http://schemas.openxmlformats.org/officeDocument/2006/relationships/slideLayout" Target="../slideLayouts/slideLayout47.xml"/></Relationships>
</file>

<file path=ppt/slideMasters/_rels/slideMaster4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1.xml"/><Relationship Id="rId1" Type="http://schemas.openxmlformats.org/officeDocument/2006/relationships/slideLayout" Target="../slideLayouts/slideLayout48.xml"/></Relationships>
</file>

<file path=ppt/slideMasters/_rels/slideMaster42.xml.rels><?xml version="1.0" encoding="UTF-8" standalone="yes"?>
<Relationships xmlns="http://schemas.openxmlformats.org/package/2006/relationships"><Relationship Id="rId2" Type="http://schemas.openxmlformats.org/officeDocument/2006/relationships/theme" Target="../theme/theme42.xml"/><Relationship Id="rId1" Type="http://schemas.openxmlformats.org/officeDocument/2006/relationships/slideLayout" Target="../slideLayouts/slideLayout49.xml"/></Relationships>
</file>

<file path=ppt/slideMasters/_rels/slideMaster43.xml.rels><?xml version="1.0" encoding="UTF-8" standalone="yes"?>
<Relationships xmlns="http://schemas.openxmlformats.org/package/2006/relationships"><Relationship Id="rId2" Type="http://schemas.openxmlformats.org/officeDocument/2006/relationships/theme" Target="../theme/theme43.xml"/><Relationship Id="rId1" Type="http://schemas.openxmlformats.org/officeDocument/2006/relationships/slideLayout" Target="../slideLayouts/slideLayout50.xml"/></Relationships>
</file>

<file path=ppt/slideMasters/_rels/slideMaster4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4.xml"/><Relationship Id="rId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10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4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F767E865-1973-4BCD-8248-E1D56279469C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12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3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4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5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7922880" cy="4417560"/>
          </a:xfrm>
          <a:prstGeom prst="rect">
            <a:avLst/>
          </a:prstGeom>
          <a:noFill/>
          <a:ln w="9360">
            <a:noFill/>
          </a:ln>
        </p:spPr>
        <p:txBody>
          <a:bodyPr vert="eaVert"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E61E5F31-C906-4E8F-9B99-216B3F01B138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22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3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4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5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48320" y="228600"/>
            <a:ext cx="2084040" cy="5789160"/>
          </a:xfrm>
          <a:prstGeom prst="rect">
            <a:avLst/>
          </a:prstGeom>
          <a:noFill/>
          <a:ln w="9360">
            <a:noFill/>
          </a:ln>
        </p:spPr>
        <p:txBody>
          <a:bodyPr vert="eaVert"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95120" y="228600"/>
            <a:ext cx="6100560" cy="5789160"/>
          </a:xfrm>
          <a:prstGeom prst="rect">
            <a:avLst/>
          </a:prstGeom>
          <a:noFill/>
          <a:ln w="9360">
            <a:noFill/>
          </a:ln>
        </p:spPr>
        <p:txBody>
          <a:bodyPr vert="eaVert"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415BE356-DFBD-4EC9-8F9F-5227BA561A57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32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3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4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5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7922880" cy="44175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0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ftr" idx="11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12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CB63F539-F17C-4298-B2E4-E6D13A4E883C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44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45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46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47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3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ftr" idx="14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5"/>
          <p:cNvSpPr>
            <a:spLocks noGrp="1"/>
          </p:cNvSpPr>
          <p:nvPr>
            <p:ph type="sldNum" idx="15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2B1EB835-12FF-4B66-B93C-A1182A138DB1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7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54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55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56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57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3884400" cy="44175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46520" y="1600200"/>
            <a:ext cx="3885840" cy="44175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16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62" name="PlaceHolder 5"/>
          <p:cNvSpPr>
            <a:spLocks noGrp="1"/>
          </p:cNvSpPr>
          <p:nvPr>
            <p:ph type="ftr" idx="17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63" name="PlaceHolder 6"/>
          <p:cNvSpPr>
            <a:spLocks noGrp="1"/>
          </p:cNvSpPr>
          <p:nvPr>
            <p:ph type="sldNum" idx="18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1A04DBE6-C942-4114-A239-69F3FDF73E59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68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69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70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71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dt" idx="19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78" name="PlaceHolder 7"/>
          <p:cNvSpPr>
            <a:spLocks noGrp="1"/>
          </p:cNvSpPr>
          <p:nvPr>
            <p:ph type="ftr" idx="20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79" name="PlaceHolder 8"/>
          <p:cNvSpPr>
            <a:spLocks noGrp="1"/>
          </p:cNvSpPr>
          <p:nvPr>
            <p:ph type="sldNum" idx="21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4E011B73-743B-4525-B4B1-AF1446DA10AF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81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82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83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84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dt" idx="22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ftr" idx="23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88" name="PlaceHolder 4"/>
          <p:cNvSpPr>
            <a:spLocks noGrp="1"/>
          </p:cNvSpPr>
          <p:nvPr>
            <p:ph type="sldNum" idx="24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7E2AFAAD-09A9-47F6-97D2-78A1F4EE68C0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91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92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93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94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95" name="PlaceHolder 1"/>
          <p:cNvSpPr>
            <a:spLocks noGrp="1"/>
          </p:cNvSpPr>
          <p:nvPr>
            <p:ph type="dt" idx="25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96" name="PlaceHolder 2"/>
          <p:cNvSpPr>
            <a:spLocks noGrp="1"/>
          </p:cNvSpPr>
          <p:nvPr>
            <p:ph type="ftr" idx="26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97" name="PlaceHolder 3"/>
          <p:cNvSpPr>
            <a:spLocks noGrp="1"/>
          </p:cNvSpPr>
          <p:nvPr>
            <p:ph type="sldNum" idx="27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62F7FA03-886E-4E0E-8EA2-7619A1EC9A9A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99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00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01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02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2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dt" idx="28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07" name="PlaceHolder 5"/>
          <p:cNvSpPr>
            <a:spLocks noGrp="1"/>
          </p:cNvSpPr>
          <p:nvPr>
            <p:ph type="ftr" idx="29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08" name="PlaceHolder 6"/>
          <p:cNvSpPr>
            <a:spLocks noGrp="1"/>
          </p:cNvSpPr>
          <p:nvPr>
            <p:ph type="sldNum" idx="30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8EEC8BC6-8E10-4AF7-B8D2-05EEFD9705E4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1"/>
          <p:cNvGrpSpPr/>
          <p:nvPr/>
        </p:nvGrpSpPr>
        <p:grpSpPr>
          <a:xfrm>
            <a:off x="0" y="927000"/>
            <a:ext cx="8989560" cy="4493880"/>
            <a:chOff x="0" y="927000"/>
            <a:chExt cx="8989560" cy="4493880"/>
          </a:xfrm>
        </p:grpSpPr>
        <p:sp>
          <p:nvSpPr>
            <p:cNvPr id="110" name="AutoShape 2"/>
            <p:cNvSpPr/>
            <p:nvPr/>
          </p:nvSpPr>
          <p:spPr>
            <a:xfrm>
              <a:off x="685800" y="2070000"/>
              <a:ext cx="7389360" cy="3350880"/>
            </a:xfrm>
            <a:prstGeom prst="roundRect">
              <a:avLst>
                <a:gd name="adj" fmla="val 1666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11" name="Rectangle 3"/>
            <p:cNvSpPr/>
            <p:nvPr/>
          </p:nvSpPr>
          <p:spPr>
            <a:xfrm>
              <a:off x="228600" y="927000"/>
              <a:ext cx="7160760" cy="988560"/>
            </a:xfrm>
            <a:prstGeom prst="rect">
              <a:avLst/>
            </a:prstGeom>
            <a:solidFill>
              <a:srgbClr val="FFFFFF"/>
            </a:solidFill>
            <a:ln w="5724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12" name="AutoShape 4"/>
            <p:cNvSpPr/>
            <p:nvPr/>
          </p:nvSpPr>
          <p:spPr>
            <a:xfrm>
              <a:off x="0" y="1384200"/>
              <a:ext cx="8989560" cy="1827000"/>
            </a:xfrm>
            <a:custGeom>
              <a:avLst/>
              <a:gdLst>
                <a:gd name="textAreaLeft" fmla="*/ 0 w 8989560"/>
                <a:gd name="textAreaRight" fmla="*/ 4495680 w 8989560"/>
                <a:gd name="textAreaTop" fmla="*/ 0 h 1827000"/>
                <a:gd name="textAreaBottom" fmla="*/ 1827360 h 1827000"/>
              </a:gdLst>
              <a:ahLst/>
              <a:cxnLst/>
              <a:rect l="textAreaLeft" t="textAreaTop" r="textAreaRight" b="textAreaBottom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13" name="Line 5"/>
            <p:cNvSpPr/>
            <p:nvPr/>
          </p:nvSpPr>
          <p:spPr>
            <a:xfrm>
              <a:off x="0" y="3060360"/>
              <a:ext cx="8304120" cy="360"/>
            </a:xfrm>
            <a:prstGeom prst="line">
              <a:avLst/>
            </a:prstGeom>
            <a:ln w="507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2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31"/>
          </p:nvPr>
        </p:nvSpPr>
        <p:spPr>
          <a:xfrm>
            <a:off x="45720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 idx="32"/>
          </p:nvPr>
        </p:nvSpPr>
        <p:spPr>
          <a:xfrm>
            <a:off x="3124080" y="625320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 idx="33"/>
          </p:nvPr>
        </p:nvSpPr>
        <p:spPr>
          <a:xfrm>
            <a:off x="6553080" y="6248520"/>
            <a:ext cx="2131560" cy="4694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5F634850-EA04-400B-9198-F253D11A3AD5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121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22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23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dt" idx="34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26" name="PlaceHolder 3"/>
          <p:cNvSpPr>
            <a:spLocks noGrp="1"/>
          </p:cNvSpPr>
          <p:nvPr>
            <p:ph type="ftr" idx="35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27" name="PlaceHolder 4"/>
          <p:cNvSpPr>
            <a:spLocks noGrp="1"/>
          </p:cNvSpPr>
          <p:nvPr>
            <p:ph type="sldNum" idx="36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157E72DA-92A7-4F2B-8EBE-5EB020863475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131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32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33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7922880" cy="4417560"/>
          </a:xfrm>
          <a:prstGeom prst="rect">
            <a:avLst/>
          </a:prstGeom>
          <a:noFill/>
          <a:ln w="9360">
            <a:noFill/>
          </a:ln>
        </p:spPr>
        <p:txBody>
          <a:bodyPr vert="eaVert"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dt" idx="37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37" name="PlaceHolder 4"/>
          <p:cNvSpPr>
            <a:spLocks noGrp="1"/>
          </p:cNvSpPr>
          <p:nvPr>
            <p:ph type="ftr" idx="38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38" name="PlaceHolder 5"/>
          <p:cNvSpPr>
            <a:spLocks noGrp="1"/>
          </p:cNvSpPr>
          <p:nvPr>
            <p:ph type="sldNum" idx="39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2EA59314-148E-4C92-B769-DF3C87B6C15E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140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41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42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448320" y="228600"/>
            <a:ext cx="2084040" cy="5789160"/>
          </a:xfrm>
          <a:prstGeom prst="rect">
            <a:avLst/>
          </a:prstGeom>
          <a:noFill/>
          <a:ln w="9360">
            <a:noFill/>
          </a:ln>
        </p:spPr>
        <p:txBody>
          <a:bodyPr vert="eaVert"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195120" y="228600"/>
            <a:ext cx="6100560" cy="5789160"/>
          </a:xfrm>
          <a:prstGeom prst="rect">
            <a:avLst/>
          </a:prstGeom>
          <a:noFill/>
          <a:ln w="9360">
            <a:noFill/>
          </a:ln>
        </p:spPr>
        <p:txBody>
          <a:bodyPr vert="eaVert"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40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46" name="PlaceHolder 4"/>
          <p:cNvSpPr>
            <a:spLocks noGrp="1"/>
          </p:cNvSpPr>
          <p:nvPr>
            <p:ph type="ftr" idx="41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47" name="PlaceHolder 5"/>
          <p:cNvSpPr>
            <a:spLocks noGrp="1"/>
          </p:cNvSpPr>
          <p:nvPr>
            <p:ph type="sldNum" idx="42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D5D9FF8F-9C1E-4E49-BF7B-9DA57A8BF7EC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149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50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51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7922880" cy="44175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43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55" name="PlaceHolder 4"/>
          <p:cNvSpPr>
            <a:spLocks noGrp="1"/>
          </p:cNvSpPr>
          <p:nvPr>
            <p:ph type="ftr" idx="44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56" name="PlaceHolder 5"/>
          <p:cNvSpPr>
            <a:spLocks noGrp="1"/>
          </p:cNvSpPr>
          <p:nvPr>
            <p:ph type="sldNum" idx="45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42D5526C-72B1-4FC5-A7F1-9BBD7C8F10BF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160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61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62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46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66" name="PlaceHolder 4"/>
          <p:cNvSpPr>
            <a:spLocks noGrp="1"/>
          </p:cNvSpPr>
          <p:nvPr>
            <p:ph type="ftr" idx="47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67" name="PlaceHolder 5"/>
          <p:cNvSpPr>
            <a:spLocks noGrp="1"/>
          </p:cNvSpPr>
          <p:nvPr>
            <p:ph type="sldNum" idx="48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445A60D7-DF21-4910-A0D2-3FF570525A5C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169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70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71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3884400" cy="44175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4646520" y="1600200"/>
            <a:ext cx="3885840" cy="44175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dt" idx="49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76" name="PlaceHolder 5"/>
          <p:cNvSpPr>
            <a:spLocks noGrp="1"/>
          </p:cNvSpPr>
          <p:nvPr>
            <p:ph type="ftr" idx="50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77" name="PlaceHolder 6"/>
          <p:cNvSpPr>
            <a:spLocks noGrp="1"/>
          </p:cNvSpPr>
          <p:nvPr>
            <p:ph type="sldNum" idx="51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14552DE5-49ED-4DBD-8C68-CEB6AB4CC92C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182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83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84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PlaceHolder 6"/>
          <p:cNvSpPr>
            <a:spLocks noGrp="1"/>
          </p:cNvSpPr>
          <p:nvPr>
            <p:ph type="dt" idx="52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91" name="PlaceHolder 7"/>
          <p:cNvSpPr>
            <a:spLocks noGrp="1"/>
          </p:cNvSpPr>
          <p:nvPr>
            <p:ph type="ftr" idx="53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92" name="PlaceHolder 8"/>
          <p:cNvSpPr>
            <a:spLocks noGrp="1"/>
          </p:cNvSpPr>
          <p:nvPr>
            <p:ph type="sldNum" idx="54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0E03159D-2B14-4F9A-9985-5784C688A44B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194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95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196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dt" idx="55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199" name="PlaceHolder 3"/>
          <p:cNvSpPr>
            <a:spLocks noGrp="1"/>
          </p:cNvSpPr>
          <p:nvPr>
            <p:ph type="ftr" idx="56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00" name="PlaceHolder 4"/>
          <p:cNvSpPr>
            <a:spLocks noGrp="1"/>
          </p:cNvSpPr>
          <p:nvPr>
            <p:ph type="sldNum" idx="57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9443B6E6-D93F-458E-BD96-B018AABC5300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03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04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05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06" name="PlaceHolder 1"/>
          <p:cNvSpPr>
            <a:spLocks noGrp="1"/>
          </p:cNvSpPr>
          <p:nvPr>
            <p:ph type="dt" idx="58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07" name="PlaceHolder 2"/>
          <p:cNvSpPr>
            <a:spLocks noGrp="1"/>
          </p:cNvSpPr>
          <p:nvPr>
            <p:ph type="ftr" idx="59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08" name="PlaceHolder 3"/>
          <p:cNvSpPr>
            <a:spLocks noGrp="1"/>
          </p:cNvSpPr>
          <p:nvPr>
            <p:ph type="sldNum" idx="60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7AD654B5-9A93-4C76-B8F9-B0F9AC9FEEF8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10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11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12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2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dt" idx="61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17" name="PlaceHolder 5"/>
          <p:cNvSpPr>
            <a:spLocks noGrp="1"/>
          </p:cNvSpPr>
          <p:nvPr>
            <p:ph type="ftr" idx="62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18" name="PlaceHolder 6"/>
          <p:cNvSpPr>
            <a:spLocks noGrp="1"/>
          </p:cNvSpPr>
          <p:nvPr>
            <p:ph type="sldNum" idx="63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45A71C56-22F6-4547-B1BB-7D32E4DDD223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20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21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22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2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dt" idx="64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27" name="PlaceHolder 5"/>
          <p:cNvSpPr>
            <a:spLocks noGrp="1"/>
          </p:cNvSpPr>
          <p:nvPr>
            <p:ph type="ftr" idx="65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28" name="PlaceHolder 6"/>
          <p:cNvSpPr>
            <a:spLocks noGrp="1"/>
          </p:cNvSpPr>
          <p:nvPr>
            <p:ph type="sldNum" idx="66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1F4930D-8293-430E-ABFF-9B4A4B89F488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30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31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32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dt" idx="67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35" name="PlaceHolder 3"/>
          <p:cNvSpPr>
            <a:spLocks noGrp="1"/>
          </p:cNvSpPr>
          <p:nvPr>
            <p:ph type="ftr" idx="68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36" name="PlaceHolder 4"/>
          <p:cNvSpPr>
            <a:spLocks noGrp="1"/>
          </p:cNvSpPr>
          <p:nvPr>
            <p:ph type="sldNum" idx="69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316CCFED-F00A-41CD-A726-2E8B41091AEB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40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41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42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7922880" cy="4417560"/>
          </a:xfrm>
          <a:prstGeom prst="rect">
            <a:avLst/>
          </a:prstGeom>
          <a:noFill/>
          <a:ln w="9360">
            <a:noFill/>
          </a:ln>
        </p:spPr>
        <p:txBody>
          <a:bodyPr vert="eaVert"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dt" idx="70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46" name="PlaceHolder 4"/>
          <p:cNvSpPr>
            <a:spLocks noGrp="1"/>
          </p:cNvSpPr>
          <p:nvPr>
            <p:ph type="ftr" idx="71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47" name="PlaceHolder 5"/>
          <p:cNvSpPr>
            <a:spLocks noGrp="1"/>
          </p:cNvSpPr>
          <p:nvPr>
            <p:ph type="sldNum" idx="72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0A6F481-F638-4D21-B4C8-87260E8C7E6C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49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50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51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448320" y="228600"/>
            <a:ext cx="2084040" cy="5789160"/>
          </a:xfrm>
          <a:prstGeom prst="rect">
            <a:avLst/>
          </a:prstGeom>
          <a:noFill/>
          <a:ln w="9360">
            <a:noFill/>
          </a:ln>
        </p:spPr>
        <p:txBody>
          <a:bodyPr vert="eaVert"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195120" y="228600"/>
            <a:ext cx="6100560" cy="5789160"/>
          </a:xfrm>
          <a:prstGeom prst="rect">
            <a:avLst/>
          </a:prstGeom>
          <a:noFill/>
          <a:ln w="9360">
            <a:noFill/>
          </a:ln>
        </p:spPr>
        <p:txBody>
          <a:bodyPr vert="eaVert"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dt" idx="73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55" name="PlaceHolder 4"/>
          <p:cNvSpPr>
            <a:spLocks noGrp="1"/>
          </p:cNvSpPr>
          <p:nvPr>
            <p:ph type="ftr" idx="74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56" name="PlaceHolder 5"/>
          <p:cNvSpPr>
            <a:spLocks noGrp="1"/>
          </p:cNvSpPr>
          <p:nvPr>
            <p:ph type="sldNum" idx="75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378C7D68-4A06-418B-A5B9-826F1A0F1871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58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59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60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7922880" cy="44175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dt" idx="76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64" name="PlaceHolder 4"/>
          <p:cNvSpPr>
            <a:spLocks noGrp="1"/>
          </p:cNvSpPr>
          <p:nvPr>
            <p:ph type="ftr" idx="77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65" name="PlaceHolder 5"/>
          <p:cNvSpPr>
            <a:spLocks noGrp="1"/>
          </p:cNvSpPr>
          <p:nvPr>
            <p:ph type="sldNum" idx="78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C9329B5E-0FBE-44E0-B569-3AE72B5967DF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69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70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71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dt" idx="79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75" name="PlaceHolder 4"/>
          <p:cNvSpPr>
            <a:spLocks noGrp="1"/>
          </p:cNvSpPr>
          <p:nvPr>
            <p:ph type="ftr" idx="80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76" name="PlaceHolder 5"/>
          <p:cNvSpPr>
            <a:spLocks noGrp="1"/>
          </p:cNvSpPr>
          <p:nvPr>
            <p:ph type="sldNum" idx="81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4A769E7A-45FF-4444-9A9B-71C8C533B86A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78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79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80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3884400" cy="44175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4646520" y="1600200"/>
            <a:ext cx="3885840" cy="44175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dt" idx="82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285" name="PlaceHolder 5"/>
          <p:cNvSpPr>
            <a:spLocks noGrp="1"/>
          </p:cNvSpPr>
          <p:nvPr>
            <p:ph type="ftr" idx="83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86" name="PlaceHolder 6"/>
          <p:cNvSpPr>
            <a:spLocks noGrp="1"/>
          </p:cNvSpPr>
          <p:nvPr>
            <p:ph type="sldNum" idx="84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3EAC3E5C-F147-407D-85EA-C7EE8E05FC8C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291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92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293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PlaceHolder 6"/>
          <p:cNvSpPr>
            <a:spLocks noGrp="1"/>
          </p:cNvSpPr>
          <p:nvPr>
            <p:ph type="dt" idx="85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00" name="PlaceHolder 7"/>
          <p:cNvSpPr>
            <a:spLocks noGrp="1"/>
          </p:cNvSpPr>
          <p:nvPr>
            <p:ph type="ftr" idx="86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01" name="PlaceHolder 8"/>
          <p:cNvSpPr>
            <a:spLocks noGrp="1"/>
          </p:cNvSpPr>
          <p:nvPr>
            <p:ph type="sldNum" idx="87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3A65BC8F-381B-43B7-B8D4-180DAE6FB47A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303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04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05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195120" y="228600"/>
            <a:ext cx="8013240" cy="912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ctr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4200" b="0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42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dt" idx="88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08" name="PlaceHolder 3"/>
          <p:cNvSpPr>
            <a:spLocks noGrp="1"/>
          </p:cNvSpPr>
          <p:nvPr>
            <p:ph type="ftr" idx="89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09" name="PlaceHolder 4"/>
          <p:cNvSpPr>
            <a:spLocks noGrp="1"/>
          </p:cNvSpPr>
          <p:nvPr>
            <p:ph type="sldNum" idx="90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72EC09C0-064A-420C-8553-4528C3529A47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312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13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14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315" name="PlaceHolder 1"/>
          <p:cNvSpPr>
            <a:spLocks noGrp="1"/>
          </p:cNvSpPr>
          <p:nvPr>
            <p:ph type="dt" idx="91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16" name="PlaceHolder 2"/>
          <p:cNvSpPr>
            <a:spLocks noGrp="1"/>
          </p:cNvSpPr>
          <p:nvPr>
            <p:ph type="ftr" idx="92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17" name="PlaceHolder 3"/>
          <p:cNvSpPr>
            <a:spLocks noGrp="1"/>
          </p:cNvSpPr>
          <p:nvPr>
            <p:ph type="sldNum" idx="93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4A0F304E-40C8-4BFC-ADC9-F24B68FDA785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319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20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21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2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743040" lvl="1" indent="-285840" defTabSz="4492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level</a:t>
            </a:r>
            <a:endParaRPr lang="en-GB" sz="2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143000" lvl="2" indent="-228600" defTabSz="4492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level</a:t>
            </a:r>
            <a:endParaRPr lang="en-GB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1600200" lvl="3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057400" lvl="4" indent="-228600" defTabSz="4492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level</a:t>
            </a:r>
            <a:endParaRPr lang="en-GB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 type="dt" idx="94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26" name="PlaceHolder 5"/>
          <p:cNvSpPr>
            <a:spLocks noGrp="1"/>
          </p:cNvSpPr>
          <p:nvPr>
            <p:ph type="ftr" idx="95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27" name="PlaceHolder 6"/>
          <p:cNvSpPr>
            <a:spLocks noGrp="1"/>
          </p:cNvSpPr>
          <p:nvPr>
            <p:ph type="sldNum" idx="96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E7104C44-3470-4B03-8D56-D80237F8E5E3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roup 1"/>
          <p:cNvGrpSpPr/>
          <p:nvPr/>
        </p:nvGrpSpPr>
        <p:grpSpPr>
          <a:xfrm>
            <a:off x="0" y="152280"/>
            <a:ext cx="8684640" cy="6094440"/>
            <a:chOff x="0" y="152280"/>
            <a:chExt cx="8684640" cy="6094440"/>
          </a:xfrm>
        </p:grpSpPr>
        <p:sp>
          <p:nvSpPr>
            <p:cNvPr id="329" name="AutoShape 2"/>
            <p:cNvSpPr/>
            <p:nvPr/>
          </p:nvSpPr>
          <p:spPr>
            <a:xfrm>
              <a:off x="380880" y="533520"/>
              <a:ext cx="8303760" cy="5713200"/>
            </a:xfrm>
            <a:prstGeom prst="roundRect">
              <a:avLst>
                <a:gd name="adj" fmla="val 13727"/>
              </a:avLst>
            </a:prstGeom>
            <a:noFill/>
            <a:ln w="50760" cap="sq">
              <a:solidFill>
                <a:srgbClr val="817F3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IN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30" name="AutoShape 3"/>
            <p:cNvSpPr/>
            <p:nvPr/>
          </p:nvSpPr>
          <p:spPr>
            <a:xfrm>
              <a:off x="0" y="152280"/>
              <a:ext cx="8532360" cy="1217160"/>
            </a:xfrm>
            <a:custGeom>
              <a:avLst/>
              <a:gdLst>
                <a:gd name="textAreaLeft" fmla="*/ 0 w 8532360"/>
                <a:gd name="textAreaRight" fmla="*/ 4267440 w 8532360"/>
                <a:gd name="textAreaTop" fmla="*/ 0 h 1217160"/>
                <a:gd name="textAreaBottom" fmla="*/ 1217520 h 1217160"/>
              </a:gdLst>
              <a:ahLst/>
              <a:cxnLst/>
              <a:rect l="textAreaLeft" t="textAreaTop" r="textAreaRight" b="textAreaBottom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4503"/>
            </a:solidFill>
            <a:ln w="9525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  <p:sp>
          <p:nvSpPr>
            <p:cNvPr id="331" name="Line 4"/>
            <p:cNvSpPr/>
            <p:nvPr/>
          </p:nvSpPr>
          <p:spPr>
            <a:xfrm>
              <a:off x="0" y="1218960"/>
              <a:ext cx="8075520" cy="360"/>
            </a:xfrm>
            <a:prstGeom prst="line">
              <a:avLst/>
            </a:prstGeom>
            <a:ln w="38160" cap="sq">
              <a:solidFill>
                <a:srgbClr val="FFFF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>
              <a:noAutofit/>
            </a:bodyPr>
            <a:lstStyle/>
            <a:p>
              <a:endParaRPr lang="en-US" sz="1600" b="0" u="none" strike="noStrike">
                <a:solidFill>
                  <a:schemeClr val="lt1"/>
                </a:solidFill>
                <a:uFillTx/>
                <a:latin typeface="Arial"/>
              </a:endParaRPr>
            </a:p>
          </p:txBody>
        </p:sp>
      </p:grpSp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/>
          <a:p>
            <a:pPr indent="0" defTabSz="44928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rgbClr val="FFFFFF"/>
                </a:solidFill>
                <a:uFillTx/>
                <a:latin typeface="Arial"/>
              </a:rPr>
              <a:t>Click to edit Master title style</a:t>
            </a:r>
            <a:endParaRPr lang="en-GB" sz="2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3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t">
            <a:noAutofit/>
          </a:bodyPr>
          <a:lstStyle/>
          <a:p>
            <a:pPr indent="0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Click to edit Master text styles</a:t>
            </a:r>
            <a:endParaRPr lang="en-GB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 type="dt" idx="97"/>
          </p:nvPr>
        </p:nvSpPr>
        <p:spPr>
          <a:xfrm>
            <a:off x="45720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36" name="PlaceHolder 5"/>
          <p:cNvSpPr>
            <a:spLocks noGrp="1"/>
          </p:cNvSpPr>
          <p:nvPr>
            <p:ph type="ftr" idx="98"/>
          </p:nvPr>
        </p:nvSpPr>
        <p:spPr>
          <a:xfrm>
            <a:off x="3124080" y="6248520"/>
            <a:ext cx="289368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ct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37" name="PlaceHolder 6"/>
          <p:cNvSpPr>
            <a:spLocks noGrp="1"/>
          </p:cNvSpPr>
          <p:nvPr>
            <p:ph type="sldNum" idx="99"/>
          </p:nvPr>
        </p:nvSpPr>
        <p:spPr>
          <a:xfrm>
            <a:off x="6553080" y="6248520"/>
            <a:ext cx="2131560" cy="45540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uFillTx/>
                <a:latin typeface="Arial Black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3E5FC787-6B06-42AB-8C79-60CA634803E3}" type="slidenum">
              <a:rPr lang="en-US" sz="1200" b="0" u="none" strike="noStrike">
                <a:solidFill>
                  <a:srgbClr val="000000"/>
                </a:solidFill>
                <a:uFillTx/>
                <a:latin typeface="Arial Blac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3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50B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52520" y="770400"/>
            <a:ext cx="8086320" cy="33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8000" b="0" u="none" strike="noStrike" spc="-119">
                <a:solidFill>
                  <a:srgbClr val="FFFFFF"/>
                </a:solidFill>
                <a:uFillTx/>
                <a:latin typeface="Calibri Light"/>
              </a:rPr>
              <a:t>Click to edit Master title style</a:t>
            </a:r>
            <a:endParaRPr lang="en-GB" sz="8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dt" idx="100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ftr" idx="101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sldNum" idx="102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805B6F9-5ACF-4EB0-AEEC-900EFEAF4118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0" u="none" strike="noStrike" spc="-119">
                <a:solidFill>
                  <a:schemeClr val="accent1"/>
                </a:solidFill>
                <a:uFillTx/>
                <a:latin typeface="Calibri Light"/>
              </a:rPr>
              <a:t>Click to edit Master title style</a:t>
            </a:r>
            <a:endParaRPr lang="en-GB" sz="48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274320" lvl="1" indent="-3430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Second level</a:t>
            </a:r>
            <a:endParaRPr lang="en-GB" sz="2400" b="0" i="1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548640" lvl="2" indent="-54864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20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Third level</a:t>
            </a:r>
            <a:endParaRPr lang="en-GB" sz="20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822960" lvl="3" indent="-82296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Fourth level</a:t>
            </a:r>
            <a:endParaRPr lang="en-GB" sz="18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1097280" lvl="4" indent="-10972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Fifth level</a:t>
            </a:r>
            <a:endParaRPr lang="en-GB" sz="18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dt" idx="103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ftr" idx="104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sldNum" idx="105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7127EF37-16F0-4425-AA69-DAA2FEB7AAA2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558120" y="695160"/>
            <a:ext cx="1971360" cy="48002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0" u="none" strike="noStrike" spc="-119">
                <a:solidFill>
                  <a:schemeClr val="accent1"/>
                </a:solidFill>
                <a:uFillTx/>
                <a:latin typeface="Calibri Light"/>
              </a:rPr>
              <a:t>Click to edit Master title style</a:t>
            </a:r>
            <a:endParaRPr lang="en-GB" sz="48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578520" y="714240"/>
            <a:ext cx="5800320" cy="54003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274320" lvl="1" indent="-3430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Second level</a:t>
            </a:r>
            <a:endParaRPr lang="en-GB" sz="2400" b="0" i="1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548640" lvl="2" indent="-54864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20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Third level</a:t>
            </a:r>
            <a:endParaRPr lang="en-GB" sz="20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822960" lvl="3" indent="-82296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Fourth level</a:t>
            </a:r>
            <a:endParaRPr lang="en-GB" sz="18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1097280" lvl="4" indent="-10972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Fifth level</a:t>
            </a:r>
            <a:endParaRPr lang="en-GB" sz="18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dt" idx="106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 type="ftr" idx="107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4" name="PlaceHolder 5"/>
          <p:cNvSpPr>
            <a:spLocks noGrp="1"/>
          </p:cNvSpPr>
          <p:nvPr>
            <p:ph type="sldNum" idx="108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C234F65-999F-48A0-842B-A26C53B89976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0" u="none" strike="noStrike" spc="-119">
                <a:solidFill>
                  <a:schemeClr val="accent1"/>
                </a:solidFill>
                <a:uFillTx/>
                <a:latin typeface="Calibri Light"/>
              </a:rPr>
              <a:t>Click to edit Master title style</a:t>
            </a:r>
            <a:endParaRPr lang="en-GB" sz="48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507240" y="19933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274320" lvl="1" indent="-3430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Second level</a:t>
            </a:r>
            <a:endParaRPr lang="en-GB" sz="2400" b="0" i="1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548640" lvl="2" indent="-54864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20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Third level</a:t>
            </a:r>
            <a:endParaRPr lang="en-GB" sz="20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822960" lvl="3" indent="-82296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Fourth level</a:t>
            </a:r>
            <a:endParaRPr lang="en-GB" sz="18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1097280" lvl="4" indent="-10972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Fifth level</a:t>
            </a:r>
            <a:endParaRPr lang="en-GB" sz="18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dt" idx="109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 type="ftr" idx="110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9" name="PlaceHolder 5"/>
          <p:cNvSpPr>
            <a:spLocks noGrp="1"/>
          </p:cNvSpPr>
          <p:nvPr>
            <p:ph type="sldNum" idx="111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0A13C5C2-AA4C-48FC-BDE8-109112266818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452520" y="767520"/>
            <a:ext cx="8085240" cy="335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80000"/>
              </a:lnSpc>
              <a:buNone/>
            </a:pPr>
            <a:r>
              <a:rPr lang="en-US" sz="8000" b="0" u="none" strike="noStrike" spc="-119">
                <a:solidFill>
                  <a:schemeClr val="accent1"/>
                </a:solidFill>
                <a:uFillTx/>
                <a:latin typeface="Calibri Light"/>
              </a:rPr>
              <a:t>Click to edit Master title style</a:t>
            </a:r>
            <a:endParaRPr lang="en-GB" sz="8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500760" y="4187160"/>
            <a:ext cx="6919200" cy="164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 Light"/>
              </a:rPr>
              <a:t>Click to edit Master text styles</a:t>
            </a:r>
            <a:endParaRPr lang="en-GB" sz="28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dt" idx="112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 type="ftr" idx="113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4" name="PlaceHolder 5"/>
          <p:cNvSpPr>
            <a:spLocks noGrp="1"/>
          </p:cNvSpPr>
          <p:nvPr>
            <p:ph type="sldNum" idx="114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742A0CA8-386D-440B-BCFB-934798D6B3B0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0" u="none" strike="noStrike" spc="-119">
                <a:solidFill>
                  <a:schemeClr val="accent1"/>
                </a:solidFill>
                <a:uFillTx/>
                <a:latin typeface="Calibri Light"/>
              </a:rPr>
              <a:t>Click to edit Master title style</a:t>
            </a:r>
            <a:endParaRPr lang="en-GB" sz="48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7600" y="1993320"/>
            <a:ext cx="3805920" cy="37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2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274320" lvl="1" indent="-3430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9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Second level</a:t>
            </a:r>
            <a:endParaRPr lang="en-GB" sz="1900" b="0" i="1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548640" lvl="2" indent="-54864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7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Third level</a:t>
            </a:r>
            <a:endParaRPr lang="en-GB" sz="17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822960" lvl="3" indent="-82296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5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Fourth level</a:t>
            </a:r>
            <a:endParaRPr lang="en-GB" sz="15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1097280" lvl="4" indent="-10972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Fifth level</a:t>
            </a:r>
            <a:endParaRPr lang="en-GB" sz="1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4757760" y="1993320"/>
            <a:ext cx="3805920" cy="376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2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274320" lvl="1" indent="-3430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9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Second level</a:t>
            </a:r>
            <a:endParaRPr lang="en-GB" sz="1900" b="0" i="1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548640" lvl="2" indent="-54864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7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Third level</a:t>
            </a:r>
            <a:endParaRPr lang="en-GB" sz="17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822960" lvl="3" indent="-82296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5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Fourth level</a:t>
            </a:r>
            <a:endParaRPr lang="en-GB" sz="15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1097280" lvl="4" indent="-10972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Fifth level</a:t>
            </a:r>
            <a:endParaRPr lang="en-GB" sz="1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dt" idx="115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ftr" idx="116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0" name="PlaceHolder 6"/>
          <p:cNvSpPr>
            <a:spLocks noGrp="1"/>
          </p:cNvSpPr>
          <p:nvPr>
            <p:ph type="sldNum" idx="117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7167A9A3-454D-417C-9404-0C4E5058D247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0" u="none" strike="noStrike" spc="-119">
                <a:solidFill>
                  <a:schemeClr val="accent1"/>
                </a:solidFill>
                <a:uFillTx/>
                <a:latin typeface="Calibri Light"/>
              </a:rPr>
              <a:t>Click to edit Master title style</a:t>
            </a:r>
            <a:endParaRPr lang="en-GB" sz="48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507600" y="2031840"/>
            <a:ext cx="3805920" cy="72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0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body"/>
          </p:nvPr>
        </p:nvSpPr>
        <p:spPr>
          <a:xfrm>
            <a:off x="507600" y="2736000"/>
            <a:ext cx="3805920" cy="32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21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1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274320" lvl="1" indent="-3430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Second level</a:t>
            </a:r>
            <a:endParaRPr lang="en-GB" sz="1800" b="0" i="1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548640" lvl="2" indent="-54864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6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Third level</a:t>
            </a:r>
            <a:endParaRPr lang="en-GB" sz="16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822960" lvl="3" indent="-82296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Fourth level</a:t>
            </a:r>
            <a:endParaRPr lang="en-GB" sz="1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1097280" lvl="4" indent="-10972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Fifth level</a:t>
            </a:r>
            <a:endParaRPr lang="en-GB" sz="1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 type="body"/>
          </p:nvPr>
        </p:nvSpPr>
        <p:spPr>
          <a:xfrm>
            <a:off x="4766400" y="2030040"/>
            <a:ext cx="3805920" cy="72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0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88" name="PlaceHolder 5"/>
          <p:cNvSpPr>
            <a:spLocks noGrp="1"/>
          </p:cNvSpPr>
          <p:nvPr>
            <p:ph type="body"/>
          </p:nvPr>
        </p:nvSpPr>
        <p:spPr>
          <a:xfrm>
            <a:off x="4766400" y="2734200"/>
            <a:ext cx="3805920" cy="32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21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1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274320" lvl="1" indent="-3430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Second level</a:t>
            </a:r>
            <a:endParaRPr lang="en-GB" sz="1800" b="0" i="1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548640" lvl="2" indent="-54864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6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Third level</a:t>
            </a:r>
            <a:endParaRPr lang="en-GB" sz="16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822960" lvl="3" indent="-82296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Fourth level</a:t>
            </a:r>
            <a:endParaRPr lang="en-GB" sz="1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1097280" lvl="4" indent="-10972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Fifth level</a:t>
            </a:r>
            <a:endParaRPr lang="en-GB" sz="1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389" name="PlaceHolder 6"/>
          <p:cNvSpPr>
            <a:spLocks noGrp="1"/>
          </p:cNvSpPr>
          <p:nvPr>
            <p:ph type="dt" idx="118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0" name="PlaceHolder 7"/>
          <p:cNvSpPr>
            <a:spLocks noGrp="1"/>
          </p:cNvSpPr>
          <p:nvPr>
            <p:ph type="ftr" idx="119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1" name="PlaceHolder 8"/>
          <p:cNvSpPr>
            <a:spLocks noGrp="1"/>
          </p:cNvSpPr>
          <p:nvPr>
            <p:ph type="sldNum" idx="120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5AEF908-B72A-4A3F-B550-B866F7FEF863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492840" y="499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0" u="none" strike="noStrike" spc="-119">
                <a:solidFill>
                  <a:schemeClr val="accent1"/>
                </a:solidFill>
                <a:uFillTx/>
                <a:latin typeface="Calibri Light"/>
              </a:rPr>
              <a:t>Click to edit Master title style</a:t>
            </a:r>
            <a:endParaRPr lang="en-GB" sz="48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dt" idx="121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ftr" idx="122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 type="sldNum" idx="123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5267320E-8A8A-41B9-BACA-4AC32914D201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dt" idx="124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ftr" idx="125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126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D76F9FCB-F090-428E-9675-72F48B5AEE7F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600" b="0" u="none" strike="noStrike">
                <a:solidFill>
                  <a:schemeClr val="lt1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8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the outline text format</a:t>
            </a:r>
          </a:p>
          <a:p>
            <a:pPr marL="864000" lvl="1" indent="-324000">
              <a:lnSpc>
                <a:spcPct val="8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Second Outline Level</a:t>
            </a:r>
          </a:p>
          <a:p>
            <a:pPr marL="1296000" lvl="2" indent="-288000">
              <a:lnSpc>
                <a:spcPct val="8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Third Outline Level</a:t>
            </a:r>
          </a:p>
          <a:p>
            <a:pPr marL="1728000" lvl="3" indent="-216000">
              <a:lnSpc>
                <a:spcPct val="8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Fourth Outline Level</a:t>
            </a:r>
          </a:p>
          <a:p>
            <a:pPr marL="2160000" lvl="4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Fifth Outline Level</a:t>
            </a:r>
          </a:p>
          <a:p>
            <a:pPr marL="2592000" lvl="5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Sixth Outline Level</a:t>
            </a:r>
          </a:p>
          <a:p>
            <a:pPr marL="3024000" lvl="6" indent="-216000">
              <a:lnSpc>
                <a:spcPct val="8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Seventh Outline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5715000" y="0"/>
            <a:ext cx="3428640" cy="6857640"/>
          </a:xfrm>
          <a:prstGeom prst="rect">
            <a:avLst/>
          </a:prstGeom>
          <a:solidFill>
            <a:srgbClr val="50B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6195960" y="542160"/>
            <a:ext cx="2537280" cy="191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US" sz="3600" b="0" u="none" strike="noStrike" spc="-119">
                <a:solidFill>
                  <a:srgbClr val="FFFFFF"/>
                </a:solidFill>
                <a:uFillTx/>
                <a:latin typeface="Calibri Light"/>
              </a:rPr>
              <a:t>Click to edit Master title style</a:t>
            </a:r>
            <a:endParaRPr lang="en-GB" sz="3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571680" y="762120"/>
            <a:ext cx="4571640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Clr>
                <a:srgbClr val="262626"/>
              </a:buClr>
              <a:buFont typeface="Arial"/>
              <a:buChar char=" "/>
            </a:pPr>
            <a:r>
              <a:rPr lang="en-US" sz="2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Click to edit Master text styles</a:t>
            </a:r>
            <a:endParaRPr lang="en-GB" sz="22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274320" lvl="1" indent="-3430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9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Second level</a:t>
            </a:r>
            <a:endParaRPr lang="en-GB" sz="1900" b="0" i="1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548640" lvl="2" indent="-54864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700" b="0" i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Third level</a:t>
            </a:r>
            <a:endParaRPr lang="en-GB" sz="17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822960" lvl="3" indent="-82296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5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Fourth level</a:t>
            </a:r>
            <a:endParaRPr lang="en-GB" sz="15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1097280" lvl="4" indent="-1097280" defTabSz="914400">
              <a:lnSpc>
                <a:spcPct val="85000"/>
              </a:lnSpc>
              <a:spcBef>
                <a:spcPts val="601"/>
              </a:spcBef>
              <a:buClr>
                <a:srgbClr val="262626"/>
              </a:buClr>
              <a:buFont typeface="Arial"/>
              <a:buChar char=" 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Calibri Light"/>
              </a:rPr>
              <a:t>Fifth level</a:t>
            </a:r>
            <a:endParaRPr lang="en-GB" sz="14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6207120" y="2511720"/>
            <a:ext cx="2548440" cy="312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404040"/>
                </a:solidFill>
                <a:uFillTx/>
                <a:latin typeface="Calibri Light"/>
              </a:rPr>
              <a:t>Click to edit Master text styles</a:t>
            </a:r>
            <a:endParaRPr lang="en-GB" sz="1500" b="0" u="none" strike="noStrike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 type="dt" idx="127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7" name="PlaceHolder 5"/>
          <p:cNvSpPr>
            <a:spLocks noGrp="1"/>
          </p:cNvSpPr>
          <p:nvPr>
            <p:ph type="ftr" idx="128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8" name="PlaceHolder 6"/>
          <p:cNvSpPr>
            <a:spLocks noGrp="1"/>
          </p:cNvSpPr>
          <p:nvPr>
            <p:ph type="sldNum" idx="129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53E0EA50-3537-49D8-AC8E-FFC9F55C18F9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487080" y="5418720"/>
            <a:ext cx="8085240" cy="61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85000"/>
              </a:lnSpc>
              <a:buNone/>
            </a:pPr>
            <a:r>
              <a:rPr lang="en-US" sz="2800" b="0" u="none" strike="noStrike" spc="-119">
                <a:solidFill>
                  <a:srgbClr val="FFFFFF"/>
                </a:solidFill>
                <a:uFillTx/>
                <a:latin typeface="Calibri Light"/>
              </a:rPr>
              <a:t>Click to edit Master title style</a:t>
            </a:r>
            <a:endParaRPr lang="en-GB" sz="2800" b="0" u="none" strike="noStrike">
              <a:solidFill>
                <a:schemeClr val="dk1"/>
              </a:solidFill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3305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algn="ctr" defTabSz="449280">
              <a:lnSpc>
                <a:spcPct val="10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4D4D4D"/>
                </a:solidFill>
                <a:uFillTx/>
                <a:latin typeface="Arial"/>
              </a:rPr>
              <a:t>Click icon to add picture</a:t>
            </a:r>
            <a:endParaRPr lang="en-GB" sz="3200" b="0" u="none" strike="noStrike">
              <a:solidFill>
                <a:schemeClr val="lt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body"/>
          </p:nvPr>
        </p:nvSpPr>
        <p:spPr>
          <a:xfrm>
            <a:off x="507600" y="5909760"/>
            <a:ext cx="6921720" cy="5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262626"/>
                </a:solidFill>
                <a:uFillTx/>
                <a:latin typeface="Calibri Light"/>
              </a:rPr>
              <a:t>Click to edit Master text styles</a:t>
            </a:r>
            <a:endParaRPr lang="en-GB" sz="1400" b="0" u="none" strike="noStrike">
              <a:solidFill>
                <a:schemeClr val="lt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 type="dt" idx="130"/>
          </p:nvPr>
        </p:nvSpPr>
        <p:spPr>
          <a:xfrm>
            <a:off x="514440" y="6412320"/>
            <a:ext cx="30859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>
                <a:solidFill>
                  <a:schemeClr val="lt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>
                <a:solidFill>
                  <a:schemeClr val="lt1">
                    <a:alpha val="75000"/>
                  </a:schemeClr>
                </a:solidFill>
                <a:uFillTx/>
                <a:latin typeface="Arial"/>
              </a:rPr>
              <a:t>&lt;date/time&gt;</a:t>
            </a:r>
            <a:endParaRPr lang="en-US" sz="95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13" name="PlaceHolder 5"/>
          <p:cNvSpPr>
            <a:spLocks noGrp="1"/>
          </p:cNvSpPr>
          <p:nvPr>
            <p:ph type="ftr" idx="131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lt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lt1">
                    <a:alpha val="75000"/>
                  </a:schemeClr>
                </a:solidFill>
                <a:uFillTx/>
                <a:latin typeface="Arial"/>
              </a:rPr>
              <a:t>&lt;footer&gt;</a:t>
            </a:r>
            <a:endParaRPr lang="en-US" sz="95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14" name="PlaceHolder 6"/>
          <p:cNvSpPr>
            <a:spLocks noGrp="1"/>
          </p:cNvSpPr>
          <p:nvPr>
            <p:ph type="sldNum" idx="132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8AD27E1-24CA-4FF3-A1DC-FC47035D9ADE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‹#›</a:t>
            </a:fld>
            <a:endParaRPr lang="en-US" sz="90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Num" idx="136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28D25E6C-0854-4A5A-A2BE-809D52673FE0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1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2" name="Rectangle 4"/>
          <p:cNvSpPr/>
          <p:nvPr/>
        </p:nvSpPr>
        <p:spPr>
          <a:xfrm>
            <a:off x="2286000" y="188640"/>
            <a:ext cx="4571640" cy="81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uFillTx/>
                <a:latin typeface="Times New Roman"/>
              </a:rPr>
              <a:t>CEP Project Presentation On Topic Finalization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uFillTx/>
                <a:latin typeface="Times New Roman"/>
              </a:rPr>
              <a:t>Digital Notice Board</a:t>
            </a:r>
            <a:endParaRPr lang="en-US" sz="1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23" name="Picture 5" descr="PCCOE&amp;R Logo"/>
          <p:cNvPicPr/>
          <p:nvPr/>
        </p:nvPicPr>
        <p:blipFill>
          <a:blip r:embed="rId3"/>
          <a:stretch/>
        </p:blipFill>
        <p:spPr>
          <a:xfrm>
            <a:off x="3926160" y="1268640"/>
            <a:ext cx="1291320" cy="999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4" name="Rectangle 6"/>
          <p:cNvSpPr/>
          <p:nvPr/>
        </p:nvSpPr>
        <p:spPr>
          <a:xfrm>
            <a:off x="2286360" y="2421000"/>
            <a:ext cx="4571640" cy="25253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PRESENTED BY </a:t>
            </a: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  SECOF42 -</a:t>
            </a:r>
            <a:r>
              <a:rPr lang="en-US" sz="1600" b="1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 Mihika Titar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   SECOF50 - </a:t>
            </a:r>
            <a:r>
              <a:rPr lang="en-US" sz="1600" b="1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Vedanti Tete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 SECOF53 - </a:t>
            </a:r>
            <a:r>
              <a:rPr lang="en-US" sz="1600" b="1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Aditi Wagh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  SECOF63 - </a:t>
            </a:r>
            <a:r>
              <a:rPr lang="en-US" sz="1600" b="1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Sakshi Yelpale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3080" algn="ctr" defTabSz="44928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Guided By: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3080" algn="ctr" defTabSz="449280">
              <a:lnSpc>
                <a:spcPct val="9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chemeClr val="dk1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Prof. Pratik S. Chopade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5" name="Rectangle 7"/>
          <p:cNvSpPr/>
          <p:nvPr/>
        </p:nvSpPr>
        <p:spPr>
          <a:xfrm>
            <a:off x="645840" y="5157360"/>
            <a:ext cx="7857720" cy="115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000000"/>
                </a:solidFill>
                <a:uFillTx/>
                <a:latin typeface="Times New Roman"/>
              </a:rPr>
              <a:t>Academic Year: 2025-2026</a:t>
            </a:r>
            <a:r>
              <a:rPr lang="en-IN" sz="1800" b="0" u="none" strike="noStrike" dirty="0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00000"/>
                </a:solidFill>
                <a:uFillTx/>
                <a:latin typeface="Times New Roman"/>
              </a:rPr>
              <a:t>DEPARTMENT OF COMPUTER ENGINEERING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000000"/>
                </a:solidFill>
                <a:uFillTx/>
                <a:latin typeface="Times New Roman"/>
              </a:rPr>
              <a:t>PIMPRI CHINCHWAD COLLEGE OF ENGINEERING &amp; RESEARCH PUNE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343080" indent="-341280" algn="ctr" defTabSz="44928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000000"/>
                </a:solidFill>
                <a:uFillTx/>
                <a:latin typeface="Times New Roman"/>
              </a:rPr>
              <a:t>(An Autonomous Institute)</a:t>
            </a:r>
            <a:endParaRPr lang="en-US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 Box 1"/>
          <p:cNvSpPr/>
          <p:nvPr/>
        </p:nvSpPr>
        <p:spPr>
          <a:xfrm>
            <a:off x="195120" y="228600"/>
            <a:ext cx="8015040" cy="628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just" defTabSz="449280"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1" u="none" strike="noStrike" dirty="0">
                <a:solidFill>
                  <a:schemeClr val="accent1">
                    <a:lumMod val="75000"/>
                  </a:schemeClr>
                </a:solidFill>
                <a:uFillTx/>
                <a:latin typeface="Times New Roman"/>
              </a:rPr>
              <a:t>CONTENT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Text Box 2"/>
          <p:cNvSpPr/>
          <p:nvPr/>
        </p:nvSpPr>
        <p:spPr>
          <a:xfrm>
            <a:off x="285840" y="1428840"/>
            <a:ext cx="7924320" cy="50004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1280" indent="-341280" algn="just" defTabSz="449280">
              <a:lnSpc>
                <a:spcPct val="150000"/>
              </a:lnSpc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marL="341280" indent="-341280" algn="just" defTabSz="449280">
              <a:lnSpc>
                <a:spcPct val="150000"/>
              </a:lnSpc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r>
              <a:rPr lang="en-IN" sz="18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280" indent="-341280" algn="just" defTabSz="449280">
              <a:lnSpc>
                <a:spcPct val="150000"/>
              </a:lnSpc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r>
              <a:rPr lang="en-IN" sz="18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280" indent="-341280" algn="just" defTabSz="449280">
              <a:lnSpc>
                <a:spcPct val="150000"/>
              </a:lnSpc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r>
              <a:rPr lang="en-IN" sz="18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marL="341280" indent="-341280" algn="just" defTabSz="449280">
              <a:lnSpc>
                <a:spcPct val="150000"/>
              </a:lnSpc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280" indent="-341280" algn="just" defTabSz="449280">
              <a:lnSpc>
                <a:spcPct val="150000"/>
              </a:lnSpc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r>
              <a:rPr lang="en-IN" sz="18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1280" indent="-341280" algn="just" defTabSz="449280">
              <a:lnSpc>
                <a:spcPct val="150000"/>
              </a:lnSpc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r>
              <a:rPr lang="en-IN" sz="18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marL="341280" indent="-341280" algn="just" defTabSz="449280">
              <a:lnSpc>
                <a:spcPct val="150000"/>
              </a:lnSpc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r>
              <a:rPr lang="en-IN" sz="1800" b="0" u="none" strike="noStrike" dirty="0">
                <a:solidFill>
                  <a:srgbClr val="000000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Software Hardware requirements</a:t>
            </a:r>
          </a:p>
          <a:p>
            <a:pPr marL="341280" indent="-341280" algn="just" defTabSz="449280">
              <a:lnSpc>
                <a:spcPct val="150000"/>
              </a:lnSpc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r>
              <a:rPr lang="en-I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449280">
              <a:lnSpc>
                <a:spcPct val="150000"/>
              </a:lnSpc>
              <a:spcBef>
                <a:spcPts val="799"/>
              </a:spcBef>
              <a:tabLst>
                <a:tab pos="911160" algn="l"/>
                <a:tab pos="1825560" algn="l"/>
                <a:tab pos="2739960" algn="l"/>
                <a:tab pos="3654360" algn="l"/>
                <a:tab pos="4568760" algn="l"/>
                <a:tab pos="5483160" algn="l"/>
                <a:tab pos="6397560" algn="l"/>
                <a:tab pos="7311960" algn="l"/>
                <a:tab pos="8226360" algn="l"/>
                <a:tab pos="9140760" algn="l"/>
                <a:tab pos="10055160" algn="l"/>
              </a:tabLst>
            </a:pPr>
            <a:endParaRPr lang="en-US" sz="1600" b="0" u="none" strike="noStrike" dirty="0">
              <a:solidFill>
                <a:srgbClr val="000000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8" name="Text Box 3"/>
          <p:cNvSpPr/>
          <p:nvPr/>
        </p:nvSpPr>
        <p:spPr>
          <a:xfrm>
            <a:off x="457200" y="6248520"/>
            <a:ext cx="2133360" cy="456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en-IN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29" name="Text Box 4"/>
          <p:cNvSpPr/>
          <p:nvPr/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en-IN" sz="16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pic>
        <p:nvPicPr>
          <p:cNvPr id="430" name="Picture 7" descr="PCCOE&amp;R Logo"/>
          <p:cNvPicPr/>
          <p:nvPr/>
        </p:nvPicPr>
        <p:blipFill>
          <a:blip r:embed="rId3"/>
          <a:stretch/>
        </p:blipFill>
        <p:spPr>
          <a:xfrm>
            <a:off x="7730150" y="285840"/>
            <a:ext cx="1160280" cy="817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1" name="PlaceHolder 1"/>
          <p:cNvSpPr>
            <a:spLocks noGrp="1"/>
          </p:cNvSpPr>
          <p:nvPr>
            <p:ph type="ftr" idx="137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Computer Engineering Department,PCCOER.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sldNum" idx="138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05916C06-2AB4-46E0-8823-7B428A4D688D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2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334800" y="2289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50000"/>
              </a:lnSpc>
              <a:buNone/>
            </a:pPr>
            <a:r>
              <a:rPr lang="en-US" sz="4000" b="1" u="none" strike="noStrike" spc="-119" dirty="0">
                <a:solidFill>
                  <a:schemeClr val="accent1">
                    <a:lumMod val="75000"/>
                  </a:schemeClr>
                </a:solidFill>
                <a:uFillTx/>
                <a:latin typeface="Times New Roman"/>
              </a:rPr>
              <a:t>ABSTRACT</a:t>
            </a:r>
            <a:endParaRPr lang="en-GB" sz="2800" b="0" u="none" strike="noStrike" dirty="0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ftr" idx="139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Computer Engineering Department,PCCOER.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40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0BE2D49-7C05-4C05-B7DE-1C3B31822ABE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3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7" name="TextBox 3"/>
          <p:cNvSpPr/>
          <p:nvPr/>
        </p:nvSpPr>
        <p:spPr>
          <a:xfrm>
            <a:off x="57060" y="1862509"/>
            <a:ext cx="8784720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Traditional notice boards are often inaccessible, slow to update, and physically dependent.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 have developed a Digital Notice Board Website to provide a centralized, web-based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Functionality: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Authorized users can instantly post announcements, schedules, and circulars for students to access anytime, anywhere.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Benefits: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system improves communication efficiency, reduces paper usage, and ensures timely information delivery.</a:t>
            </a:r>
          </a:p>
        </p:txBody>
      </p:sp>
      <p:pic>
        <p:nvPicPr>
          <p:cNvPr id="2" name="Picture 5" descr="PCCOE&amp;R Logo">
            <a:extLst>
              <a:ext uri="{FF2B5EF4-FFF2-40B4-BE49-F238E27FC236}">
                <a16:creationId xmlns:a16="http://schemas.microsoft.com/office/drawing/2014/main" id="{C2EBBDBD-2D63-743B-EE5E-CDAD466CC31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72400" y="216567"/>
            <a:ext cx="1160280" cy="8175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267840" y="-23868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 spc="-119" dirty="0">
                <a:solidFill>
                  <a:schemeClr val="accent1">
                    <a:lumMod val="75000"/>
                  </a:schemeClr>
                </a:solidFill>
                <a:uFillTx/>
                <a:latin typeface="Times New Roman"/>
              </a:rPr>
              <a:t>INTRODUCTION</a:t>
            </a:r>
            <a:endParaRPr lang="en-GB" sz="2800" b="1" u="none" strike="noStrike" dirty="0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ftr" idx="141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Computer Engineering Department,PCCOER.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 type="sldNum" idx="142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8DBF56ED-7581-4AEE-928C-F55027204BAE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4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2" name="Picture 5" descr="PCCOE&amp;R Logo">
            <a:extLst>
              <a:ext uri="{FF2B5EF4-FFF2-40B4-BE49-F238E27FC236}">
                <a16:creationId xmlns:a16="http://schemas.microsoft.com/office/drawing/2014/main" id="{7173E7B1-5D66-22AE-6A7F-81A1195C964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66820" y="181440"/>
            <a:ext cx="1160280" cy="817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DDF88D0-ABFB-C34C-6790-38A163C5AFF9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267840" y="1592756"/>
            <a:ext cx="779961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Communication is a key part of any institution.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Traditional notice boards are limited by time, space, and accessibility.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Students often miss important updates due to dependency on physical boards.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solve this, we propose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Digital Notice Board Website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our department.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will provide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instant, organized, and easily accessible notices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students anytime, anywhere.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196920" y="-764820"/>
            <a:ext cx="8079120" cy="26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50000"/>
              </a:lnSpc>
              <a:buNone/>
            </a:pPr>
            <a:r>
              <a:rPr lang="en-IN" sz="4000" b="1" u="none" strike="noStrike" spc="-119" dirty="0">
                <a:solidFill>
                  <a:schemeClr val="accent1">
                    <a:lumMod val="75000"/>
                  </a:schemeClr>
                </a:solidFill>
                <a:uFillTx/>
                <a:latin typeface="Times New Roman"/>
              </a:rPr>
              <a:t>PROBLEM  STATEMENT</a:t>
            </a:r>
            <a:endParaRPr lang="en-GB" sz="4000" b="0" u="none" strike="noStrike" dirty="0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500040" y="130428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65040" indent="-255600" algn="just" defTabSz="914400">
              <a:lnSpc>
                <a:spcPct val="150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GB" sz="2900" b="0" u="none" strike="noStrike" dirty="0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365040" indent="-255600" algn="just" defTabSz="914400">
              <a:lnSpc>
                <a:spcPct val="150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GB" sz="1700" b="0" u="none" strike="noStrike" dirty="0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365040" indent="-255600" algn="just" defTabSz="914400">
              <a:lnSpc>
                <a:spcPct val="150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GB" sz="2800" b="0" u="none" strike="noStrike" dirty="0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365040" indent="-255600" algn="just" defTabSz="914400">
              <a:lnSpc>
                <a:spcPct val="150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GB" sz="2800" b="0" u="none" strike="noStrike" dirty="0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365040" indent="-255600" algn="just" defTabSz="914400">
              <a:lnSpc>
                <a:spcPct val="150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GB" sz="2400" b="0" u="none" strike="noStrike" dirty="0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365040" indent="-255600" algn="just" defTabSz="914400">
              <a:lnSpc>
                <a:spcPct val="150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GB" sz="2400" b="0" u="none" strike="noStrike" dirty="0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ftr" idx="143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Computer Engineering Department,PCCOER.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 type="sldNum" idx="144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747A8157-E401-441F-8AAB-4CDEF2D86D33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5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446" name="Picture 5" descr="PCCOE&amp;R Logo"/>
          <p:cNvPicPr/>
          <p:nvPr/>
        </p:nvPicPr>
        <p:blipFill>
          <a:blip r:embed="rId2"/>
          <a:stretch/>
        </p:blipFill>
        <p:spPr>
          <a:xfrm>
            <a:off x="7786800" y="170820"/>
            <a:ext cx="1160280" cy="817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7" name="TextBox 2"/>
          <p:cNvSpPr/>
          <p:nvPr/>
        </p:nvSpPr>
        <p:spPr>
          <a:xfrm>
            <a:off x="586340" y="2239920"/>
            <a:ext cx="7689700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most colleges, important announcements are displayed on physical notice boards, which require students to be physically present to view them. This method does not allow real-time updates and often leads to missed information. Manual updating consumes time and resources, while repeated paper usage adds to waste. Therefore, there is a need for a centralized digital platform where faculty can instantly upload notices and students can conveniently access them anytime and anywhere, ensuring effective communication and reducing unnecessary delays.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457200" y="404640"/>
            <a:ext cx="8229240" cy="101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marL="341280" indent="-341280" defTabSz="914400">
              <a:lnSpc>
                <a:spcPct val="15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IN" b="1" u="none" strike="noStrike" spc="-119" dirty="0">
                <a:solidFill>
                  <a:schemeClr val="accent1">
                    <a:lumMod val="75000"/>
                  </a:schemeClr>
                </a:solidFill>
                <a:uFillTx/>
                <a:latin typeface="Times New Roman"/>
              </a:rPr>
              <a:t>Motivation</a:t>
            </a:r>
            <a:br>
              <a:rPr sz="2800" dirty="0"/>
            </a:br>
            <a:endParaRPr lang="en-GB" sz="2800" b="0" u="none" strike="noStrike" dirty="0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ftr" idx="145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Computer Engineering Department,PCCOER.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46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B813211-7BD6-4F00-83D9-CB7F8690F61F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6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2" name="TextBox 10"/>
          <p:cNvSpPr/>
          <p:nvPr/>
        </p:nvSpPr>
        <p:spPr>
          <a:xfrm>
            <a:off x="683640" y="4437000"/>
            <a:ext cx="8229240" cy="25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49280">
              <a:lnSpc>
                <a:spcPct val="100000"/>
              </a:lnSpc>
            </a:pPr>
            <a:endParaRPr lang="en-IN" sz="1000" b="0" u="none" strike="noStrike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53" name="TextBox 452"/>
          <p:cNvSpPr txBox="1"/>
          <p:nvPr/>
        </p:nvSpPr>
        <p:spPr>
          <a:xfrm>
            <a:off x="182159" y="1471320"/>
            <a:ext cx="8278201" cy="502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/>
              </a:rPr>
              <a:t>In colleges, students often miss important updates due to reliance on physical notice 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/>
              </a:rPr>
              <a:t>The growing need for instant and accessible communication inspired us to create a digital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/>
              </a:rPr>
              <a:t>A web-based notice board reduces time delays, manual effort, and paper usage, making it more efficient and eco-friendlier.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/>
              </a:rPr>
              <a:t>With increasing digital adoption in education, building this project motivates us to contribute to modernizing campus communication and gaining practical skills in web development.</a:t>
            </a:r>
          </a:p>
        </p:txBody>
      </p:sp>
      <p:pic>
        <p:nvPicPr>
          <p:cNvPr id="8" name="Picture 5" descr="PCCOE&amp;R Logo">
            <a:extLst>
              <a:ext uri="{FF2B5EF4-FFF2-40B4-BE49-F238E27FC236}">
                <a16:creationId xmlns:a16="http://schemas.microsoft.com/office/drawing/2014/main" id="{077978DE-715A-5346-6E43-3C20DBADC41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72400" y="216567"/>
            <a:ext cx="1160280" cy="8175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8801-035F-6ADD-6C05-BFDB2745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B5BCF-0FD9-5BC8-F979-936FDC1BA4AF}"/>
              </a:ext>
            </a:extLst>
          </p:cNvPr>
          <p:cNvSpPr txBox="1"/>
          <p:nvPr/>
        </p:nvSpPr>
        <p:spPr>
          <a:xfrm>
            <a:off x="211320" y="26451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none" strike="noStrike" spc="-119" dirty="0">
                <a:solidFill>
                  <a:schemeClr val="accent1">
                    <a:lumMod val="75000"/>
                  </a:schemeClr>
                </a:solidFill>
                <a:uFillTx/>
                <a:latin typeface="Times New Roman"/>
              </a:rPr>
              <a:t>System Architecture</a:t>
            </a:r>
            <a:endParaRPr lang="en-IN" dirty="0"/>
          </a:p>
        </p:txBody>
      </p:sp>
      <p:pic>
        <p:nvPicPr>
          <p:cNvPr id="6" name="Picture 5" descr="PCCOE&amp;R Logo">
            <a:extLst>
              <a:ext uri="{FF2B5EF4-FFF2-40B4-BE49-F238E27FC236}">
                <a16:creationId xmlns:a16="http://schemas.microsoft.com/office/drawing/2014/main" id="{53601F90-AC17-ED14-3DA6-7BF8D4B1C20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72400" y="90900"/>
            <a:ext cx="1160280" cy="817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F04761-6504-5BC3-D923-C6708E25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" y="1528815"/>
            <a:ext cx="8932680" cy="450880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41FF9EB-7376-48B8-555D-048690972435}"/>
              </a:ext>
            </a:extLst>
          </p:cNvPr>
          <p:cNvSpPr/>
          <p:nvPr/>
        </p:nvSpPr>
        <p:spPr>
          <a:xfrm>
            <a:off x="7905854" y="4909460"/>
            <a:ext cx="1026826" cy="899410"/>
          </a:xfrm>
          <a:prstGeom prst="rect">
            <a:avLst/>
          </a:prstGeom>
          <a:solidFill>
            <a:srgbClr val="17171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24184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228600" y="-22860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341280" indent="-341280" defTabSz="914400">
              <a:lnSpc>
                <a:spcPct val="15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IN" sz="4000" b="1" u="none" strike="noStrike" spc="-119" dirty="0">
                <a:solidFill>
                  <a:schemeClr val="accent1">
                    <a:lumMod val="75000"/>
                  </a:schemeClr>
                </a:solidFill>
                <a:uFillTx/>
                <a:latin typeface="Times New Roman"/>
              </a:rPr>
              <a:t>Survey</a:t>
            </a:r>
            <a:br>
              <a:rPr sz="4800" dirty="0"/>
            </a:br>
            <a:endParaRPr lang="en-GB" sz="2800" b="0" u="none" strike="noStrike" dirty="0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ftr" idx="147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Computer Engineering Department,PCCOER.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48"/>
          </p:nvPr>
        </p:nvSpPr>
        <p:spPr>
          <a:xfrm>
            <a:off x="6703200" y="486720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B697D1F-31F2-4800-89C8-E7B8C3E9C8DC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8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2" name="Picture 5" descr="PCCOE&amp;R Logo">
            <a:extLst>
              <a:ext uri="{FF2B5EF4-FFF2-40B4-BE49-F238E27FC236}">
                <a16:creationId xmlns:a16="http://schemas.microsoft.com/office/drawing/2014/main" id="{3B38AD2A-EE0C-D2F2-9166-FF68B1B5623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72400" y="216567"/>
            <a:ext cx="1160280" cy="817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6" name="Picture 2" descr="Forms response chart. Question title:   How often do you check the physical notice board?  . Number of responses: 61 responses.">
            <a:extLst>
              <a:ext uri="{FF2B5EF4-FFF2-40B4-BE49-F238E27FC236}">
                <a16:creationId xmlns:a16="http://schemas.microsoft.com/office/drawing/2014/main" id="{DE5C7609-5A5B-1321-2644-6B9E4F3B1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95" y="1034127"/>
            <a:ext cx="6385811" cy="272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ms response chart. Question title:   How easy is it for you to access the physical notice board?  . Number of responses: 61 responses.">
            <a:extLst>
              <a:ext uri="{FF2B5EF4-FFF2-40B4-BE49-F238E27FC236}">
                <a16:creationId xmlns:a16="http://schemas.microsoft.com/office/drawing/2014/main" id="{869213FE-0B8E-1209-7815-56C48B807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95" y="3661056"/>
            <a:ext cx="6385810" cy="272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43B8-B9B0-82FD-6152-0FCED10D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>
            <a:extLst>
              <a:ext uri="{FF2B5EF4-FFF2-40B4-BE49-F238E27FC236}">
                <a16:creationId xmlns:a16="http://schemas.microsoft.com/office/drawing/2014/main" id="{4B207D9F-1FD3-125C-017D-C158F62C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228600"/>
            <a:ext cx="8079120" cy="16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341280" indent="-341280" defTabSz="914400">
              <a:lnSpc>
                <a:spcPct val="15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en-IN" sz="4000" b="1" u="none" strike="noStrike" spc="-119" dirty="0">
                <a:solidFill>
                  <a:schemeClr val="accent1">
                    <a:lumMod val="75000"/>
                  </a:schemeClr>
                </a:solidFill>
                <a:uFillTx/>
                <a:latin typeface="Times New Roman"/>
              </a:rPr>
              <a:t>Survey</a:t>
            </a:r>
            <a:br>
              <a:rPr sz="4800" dirty="0"/>
            </a:br>
            <a:endParaRPr lang="en-GB" sz="2800" b="0" u="none" strike="noStrike" dirty="0">
              <a:solidFill>
                <a:schemeClr val="lt1"/>
              </a:solidFill>
              <a:uFillTx/>
              <a:latin typeface="Arial"/>
            </a:endParaRPr>
          </a:p>
        </p:txBody>
      </p:sp>
      <p:sp>
        <p:nvSpPr>
          <p:cNvPr id="456" name="PlaceHolder 2">
            <a:extLst>
              <a:ext uri="{FF2B5EF4-FFF2-40B4-BE49-F238E27FC236}">
                <a16:creationId xmlns:a16="http://schemas.microsoft.com/office/drawing/2014/main" id="{F737CD66-5494-B5A6-F804-1A1A210DF4C6}"/>
              </a:ext>
            </a:extLst>
          </p:cNvPr>
          <p:cNvSpPr>
            <a:spLocks noGrp="1"/>
          </p:cNvSpPr>
          <p:nvPr>
            <p:ph type="ftr" idx="147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Computer Engineering Department,PCCOER.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7" name="PlaceHolder 3">
            <a:extLst>
              <a:ext uri="{FF2B5EF4-FFF2-40B4-BE49-F238E27FC236}">
                <a16:creationId xmlns:a16="http://schemas.microsoft.com/office/drawing/2014/main" id="{DC6C17C0-118B-6C19-EA7D-5AF632EE1651}"/>
              </a:ext>
            </a:extLst>
          </p:cNvPr>
          <p:cNvSpPr>
            <a:spLocks noGrp="1"/>
          </p:cNvSpPr>
          <p:nvPr>
            <p:ph type="sldNum" idx="148"/>
          </p:nvPr>
        </p:nvSpPr>
        <p:spPr>
          <a:xfrm>
            <a:off x="6703200" y="486720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B697D1F-31F2-4800-89C8-E7B8C3E9C8DC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9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2" name="Picture 5" descr="PCCOE&amp;R Logo">
            <a:extLst>
              <a:ext uri="{FF2B5EF4-FFF2-40B4-BE49-F238E27FC236}">
                <a16:creationId xmlns:a16="http://schemas.microsoft.com/office/drawing/2014/main" id="{FC2365D5-1555-E56B-E6F3-919DBB82393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72400" y="216567"/>
            <a:ext cx="1160280" cy="817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0" name="Picture 2" descr="Forms response chart. Question title:   How satisfied are you with the current notice board system?  . Number of responses: 61 responses.">
            <a:extLst>
              <a:ext uri="{FF2B5EF4-FFF2-40B4-BE49-F238E27FC236}">
                <a16:creationId xmlns:a16="http://schemas.microsoft.com/office/drawing/2014/main" id="{0716D273-7B2D-A18F-7C4A-059A3A0A0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1798"/>
            <a:ext cx="6703200" cy="268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ms response chart. Question title:   Would you like to access notices digitally via website?  . Number of responses: 61 responses.">
            <a:extLst>
              <a:ext uri="{FF2B5EF4-FFF2-40B4-BE49-F238E27FC236}">
                <a16:creationId xmlns:a16="http://schemas.microsoft.com/office/drawing/2014/main" id="{807C9601-2C8D-666D-3106-34FE3E94E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78230"/>
            <a:ext cx="6703200" cy="250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29161F-1012-1429-78FA-BF99D4F0E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1020" y="4553834"/>
            <a:ext cx="2267266" cy="1590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DAF629-7E5D-9D03-C7A0-8811F7407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122" y="4328559"/>
            <a:ext cx="1952898" cy="1861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CD256D-9475-7712-D0D7-18AE58225E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3251" y="1992332"/>
            <a:ext cx="5049429" cy="27008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51ACF41-2477-4D90-C7A2-FA513F7659F4}"/>
              </a:ext>
            </a:extLst>
          </p:cNvPr>
          <p:cNvSpPr/>
          <p:nvPr/>
        </p:nvSpPr>
        <p:spPr>
          <a:xfrm>
            <a:off x="8352540" y="2608289"/>
            <a:ext cx="580140" cy="12441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19245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228600" y="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 spc="-119" dirty="0">
                <a:solidFill>
                  <a:schemeClr val="accent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GB" sz="2800" b="1" u="none" strike="noStrike" dirty="0">
              <a:solidFill>
                <a:schemeClr val="lt1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ftr" idx="149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Computer Engineering Department,PCCOER.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50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EFADC8C9-7F4C-40F3-A87B-5DD6850A8214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10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2" name="Picture 5" descr="PCCOE&amp;R Logo">
            <a:extLst>
              <a:ext uri="{FF2B5EF4-FFF2-40B4-BE49-F238E27FC236}">
                <a16:creationId xmlns:a16="http://schemas.microsoft.com/office/drawing/2014/main" id="{8A9F650D-6475-50E3-9B20-CFDD8A5B314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72400" y="216567"/>
            <a:ext cx="1160280" cy="817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F2E547-3B38-CA5E-FAC1-1EAF0B2D2ECD}"/>
              </a:ext>
            </a:extLst>
          </p:cNvPr>
          <p:cNvSpPr txBox="1"/>
          <p:nvPr/>
        </p:nvSpPr>
        <p:spPr>
          <a:xfrm>
            <a:off x="578480" y="1725964"/>
            <a:ext cx="74453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design and develop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centralized digital platform where all important departmental notices can be uploaded by faculty and easily accessed by students in real-time.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enhance communication within the college by providing a reliable, quick, and organized way of delivering information so that no student misses out on important updates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minimize the dependence on physical notice boards and paper usage by creating an eco-friendly, automated, and efficient digital alternative.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FCB4-1B40-E820-E8AD-1C2DAD49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20" y="216567"/>
            <a:ext cx="8079120" cy="1657800"/>
          </a:xfrm>
        </p:spPr>
        <p:txBody>
          <a:bodyPr/>
          <a:lstStyle/>
          <a:p>
            <a:r>
              <a:rPr lang="en-US" b="1" spc="-119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Hardware requirements</a:t>
            </a:r>
            <a:endParaRPr lang="en-IN" dirty="0"/>
          </a:p>
        </p:txBody>
      </p:sp>
      <p:pic>
        <p:nvPicPr>
          <p:cNvPr id="4" name="Picture 5" descr="PCCOE&amp;R Logo">
            <a:extLst>
              <a:ext uri="{FF2B5EF4-FFF2-40B4-BE49-F238E27FC236}">
                <a16:creationId xmlns:a16="http://schemas.microsoft.com/office/drawing/2014/main" id="{C798A839-A6B0-430F-EECF-1E525EE4BEF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72400" y="216567"/>
            <a:ext cx="1160280" cy="817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480D4F0E-3984-ECDC-5DFA-26671ACFF3B6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269115" y="1640692"/>
            <a:ext cx="852657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Software Requirements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Operating System: Windows / Linux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Frontend: HTML, CSS, JavaScript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ackend: PHP / Node.js / Python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Database: MySQL / MongoDB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Tools: VS Code, XAMPP / Node Package Manager, GitHub for version control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Browser: Google Chrome / Mozilla Firefox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Hardware Requirements 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3586CD9-087F-66A0-E087-0F3F3CC6E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115" y="4687679"/>
            <a:ext cx="52197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Processor: Intel i3 or above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RAM: Minimum 4 GB (8 GB recommended)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Hard Disk: 100 GB or more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Display: 15.6” monitor or above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Network: Stable internet connection</a:t>
            </a:r>
          </a:p>
        </p:txBody>
      </p:sp>
    </p:spTree>
    <p:extLst>
      <p:ext uri="{BB962C8B-B14F-4D97-AF65-F5344CB8AC3E}">
        <p14:creationId xmlns:p14="http://schemas.microsoft.com/office/powerpoint/2010/main" val="85355056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73E0-03A0-E194-94B1-49D38C3B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pc="-119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/>
          </a:p>
        </p:txBody>
      </p:sp>
      <p:pic>
        <p:nvPicPr>
          <p:cNvPr id="4" name="Picture 5" descr="PCCOE&amp;R Logo">
            <a:extLst>
              <a:ext uri="{FF2B5EF4-FFF2-40B4-BE49-F238E27FC236}">
                <a16:creationId xmlns:a16="http://schemas.microsoft.com/office/drawing/2014/main" id="{A3CC571A-A85D-62DD-8026-7D63F9DD774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72400" y="216567"/>
            <a:ext cx="1160280" cy="8175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5A89EA0-DF57-1768-8007-5341871D1C93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507240" y="2306641"/>
            <a:ext cx="825938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Digital Notice Board provides a modern and efficient way to share important information within the college.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reduces time delays, ensures accessibility from anywhere, and keeps students updated in real-time.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By minimizing paper usage, it also promotes an eco-friendly approach to communication.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Overall, this project enhances campus communication while giving us practical experience in web development.</a:t>
            </a:r>
          </a:p>
        </p:txBody>
      </p:sp>
    </p:spTree>
    <p:extLst>
      <p:ext uri="{BB962C8B-B14F-4D97-AF65-F5344CB8AC3E}">
        <p14:creationId xmlns:p14="http://schemas.microsoft.com/office/powerpoint/2010/main" val="181878258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/>
          </p:nvPr>
        </p:nvSpPr>
        <p:spPr>
          <a:xfrm>
            <a:off x="507240" y="1811520"/>
            <a:ext cx="8065080" cy="376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r>
              <a:rPr lang="en-IN" sz="5400" b="0" u="none" strike="noStrike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Times New Roman"/>
              </a:rPr>
              <a:t>	</a:t>
            </a:r>
            <a:endParaRPr lang="en-GB" sz="5400" b="0" u="none" strike="noStrike" dirty="0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  <a:p>
            <a:pPr marL="91440" indent="-91440" defTabSz="914400">
              <a:lnSpc>
                <a:spcPct val="85000"/>
              </a:lnSpc>
              <a:spcBef>
                <a:spcPts val="1301"/>
              </a:spcBef>
              <a:buNone/>
              <a:tabLst>
                <a:tab pos="0" algn="l"/>
              </a:tabLst>
            </a:pPr>
            <a:endParaRPr lang="en-GB" sz="5400" b="0" u="none" strike="noStrike" dirty="0">
              <a:solidFill>
                <a:schemeClr val="dk1">
                  <a:lumMod val="85000"/>
                  <a:lumOff val="15000"/>
                </a:schemeClr>
              </a:solidFill>
              <a:uFillTx/>
              <a:latin typeface="Calibri Light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ftr" idx="151"/>
          </p:nvPr>
        </p:nvSpPr>
        <p:spPr>
          <a:xfrm>
            <a:off x="514440" y="6554520"/>
            <a:ext cx="377172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950" b="0" u="none" strike="noStrike" cap="all">
                <a:solidFill>
                  <a:schemeClr val="dk1">
                    <a:alpha val="75000"/>
                  </a:schemeClr>
                </a:solidFill>
                <a:uFillTx/>
                <a:latin typeface="Arial"/>
              </a:rPr>
              <a:t>Computer Engineering Department,PCCOER.</a:t>
            </a:r>
            <a:endParaRPr lang="en-US" sz="95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52"/>
          </p:nvPr>
        </p:nvSpPr>
        <p:spPr>
          <a:xfrm>
            <a:off x="6541200" y="5829840"/>
            <a:ext cx="2194200" cy="139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8DF1A486-D29C-4A68-8FCE-0E39DC429E79}" type="slidenum">
              <a:rPr lang="en-US" sz="9000" b="0" u="none" strike="noStrike">
                <a:solidFill>
                  <a:schemeClr val="accent1">
                    <a:alpha val="20000"/>
                  </a:schemeClr>
                </a:solidFill>
                <a:uFillTx/>
                <a:latin typeface="Calibri Light"/>
              </a:rPr>
              <a:t>13</a:t>
            </a:fld>
            <a:endParaRPr lang="en-US" sz="90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7" name="Rectangle 8"/>
          <p:cNvSpPr/>
          <p:nvPr/>
        </p:nvSpPr>
        <p:spPr>
          <a:xfrm>
            <a:off x="1986179" y="2857320"/>
            <a:ext cx="5374334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/>
              </a:contourClr>
            </a:sp3d>
          </a:bodyPr>
          <a:lstStyle/>
          <a:p>
            <a:pPr algn="ctr" defTabSz="449280">
              <a:lnSpc>
                <a:spcPct val="100000"/>
              </a:lnSpc>
            </a:pPr>
            <a:r>
              <a:rPr lang="en-US" sz="8000" b="1" u="none" strike="noStrike" spc="-119" dirty="0">
                <a:solidFill>
                  <a:schemeClr val="accent1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US" sz="8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37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38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39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40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41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42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43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44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</a:majorFont>
      <a:minorFont>
        <a:latin typeface="Calibri Light" panose="020F03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50000">
              <a:schemeClr val="phClr">
                <a:tint val="75000"/>
                <a:lumMod val="105000"/>
              </a:schemeClr>
            </a:gs>
            <a:gs pos="100000">
              <a:schemeClr val="phClr">
                <a:tint val="82000"/>
                <a:lumMod val="105000"/>
              </a:schemeClr>
            </a:gs>
          </a:gsLst>
          <a:lin ang="2700000" scaled="0"/>
          <a:tileRect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80000"/>
                <a:lumMod val="99000"/>
              </a:schemeClr>
            </a:gs>
          </a:gsLst>
          <a:lin ang="2700000" scaled="0"/>
          <a:tileRect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ppt/theme/theme4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2043</TotalTime>
  <Words>704</Words>
  <Application>Microsoft Office PowerPoint</Application>
  <PresentationFormat>On-screen Show (4:3)</PresentationFormat>
  <Paragraphs>118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44</vt:i4>
      </vt:variant>
      <vt:variant>
        <vt:lpstr>Slide Titles</vt:lpstr>
      </vt:variant>
      <vt:variant>
        <vt:i4>13</vt:i4>
      </vt:variant>
    </vt:vector>
  </HeadingPairs>
  <TitlesOfParts>
    <vt:vector size="63" baseType="lpstr">
      <vt:lpstr>Arial</vt:lpstr>
      <vt:lpstr>Arial Black</vt:lpstr>
      <vt:lpstr>Calibri Light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1_Office Theme</vt:lpstr>
      <vt:lpstr>2_Office Theme</vt:lpstr>
      <vt:lpstr>2_Office Theme</vt:lpstr>
      <vt:lpstr>2_Office Theme</vt:lpstr>
      <vt:lpstr>2_Office Theme</vt:lpstr>
      <vt:lpstr>2_Office Theme</vt:lpstr>
      <vt:lpstr>2_Office Theme</vt:lpstr>
      <vt:lpstr>2_Office Theme</vt:lpstr>
      <vt:lpstr>2_Office Theme</vt:lpstr>
      <vt:lpstr>2_Office Theme</vt:lpstr>
      <vt:lpstr>2_Office Theme</vt:lpstr>
      <vt:lpstr>2_Office Theme</vt:lpstr>
      <vt:lpstr>Metropolitan</vt:lpstr>
      <vt:lpstr>Metropolitan</vt:lpstr>
      <vt:lpstr>Metropolitan</vt:lpstr>
      <vt:lpstr>Metropolitan</vt:lpstr>
      <vt:lpstr>Metropolitan</vt:lpstr>
      <vt:lpstr>Metropolitan</vt:lpstr>
      <vt:lpstr>Metropolitan</vt:lpstr>
      <vt:lpstr>Metropolitan</vt:lpstr>
      <vt:lpstr>Metropolitan</vt:lpstr>
      <vt:lpstr>Metropolitan</vt:lpstr>
      <vt:lpstr>Metropolitan</vt:lpstr>
      <vt:lpstr>PowerPoint Presentation</vt:lpstr>
      <vt:lpstr>PowerPoint Presentation</vt:lpstr>
      <vt:lpstr>ABSTRACT</vt:lpstr>
      <vt:lpstr>INTRODUCTION</vt:lpstr>
      <vt:lpstr>PROBLEM  STATEMENT</vt:lpstr>
      <vt:lpstr>Motivation </vt:lpstr>
      <vt:lpstr> </vt:lpstr>
      <vt:lpstr>Survey </vt:lpstr>
      <vt:lpstr>Survey </vt:lpstr>
      <vt:lpstr>Objectives</vt:lpstr>
      <vt:lpstr>Software Hardware requirements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Tracking and Control</dc:title>
  <dc:subject/>
  <dc:creator>anand</dc:creator>
  <dc:description/>
  <cp:lastModifiedBy>Sakshi Yelpale</cp:lastModifiedBy>
  <cp:revision>312</cp:revision>
  <cp:lastPrinted>1601-01-01T00:00:00Z</cp:lastPrinted>
  <dcterms:created xsi:type="dcterms:W3CDTF">2010-08-15T13:03:47Z</dcterms:created>
  <dcterms:modified xsi:type="dcterms:W3CDTF">2025-09-28T20:10:13Z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On-screen Show (4:3)</vt:lpwstr>
  </property>
  <property fmtid="{D5CDD505-2E9C-101B-9397-08002B2CF9AE}" pid="4" name="Slides">
    <vt:i4>10</vt:i4>
  </property>
</Properties>
</file>